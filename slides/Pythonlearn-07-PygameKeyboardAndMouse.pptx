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mp4" ContentType="video/mp4"/>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703" r:id="rId1"/>
  </p:sldMasterIdLst>
  <p:notesMasterIdLst>
    <p:notesMasterId r:id="rId17"/>
  </p:notesMasterIdLst>
  <p:sldIdLst>
    <p:sldId id="256" r:id="rId2"/>
    <p:sldId id="282" r:id="rId3"/>
    <p:sldId id="367" r:id="rId4"/>
    <p:sldId id="364" r:id="rId5"/>
    <p:sldId id="363" r:id="rId6"/>
    <p:sldId id="365" r:id="rId7"/>
    <p:sldId id="366" r:id="rId8"/>
    <p:sldId id="368" r:id="rId9"/>
    <p:sldId id="369" r:id="rId10"/>
    <p:sldId id="370" r:id="rId11"/>
    <p:sldId id="371" r:id="rId12"/>
    <p:sldId id="372" r:id="rId13"/>
    <p:sldId id="373" r:id="rId14"/>
    <p:sldId id="374" r:id="rId15"/>
    <p:sldId id="328" r:id="rId16"/>
  </p:sldIdLst>
  <p:sldSz cx="16256000" cy="9144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880">
          <p15:clr>
            <a:srgbClr val="A4A3A4"/>
          </p15:clr>
        </p15:guide>
        <p15:guide id="2" pos="512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000000"/>
        </p14:laserClr>
      </p:ext>
      <p:ext uri="{2FDB2607-1784-4EEB-B798-7EB5836EED8A}">
        <p14:showMediaCtrls xmlns:p14="http://schemas.microsoft.com/office/powerpoint/2010/main" val="1"/>
      </p:ext>
    </p:extLst>
  </p:showPr>
  <p:clrMru>
    <a:srgbClr val="00FF00"/>
    <a:srgbClr val="FD7F23"/>
    <a:srgbClr val="FF40FF"/>
    <a:srgbClr val="00FD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334"/>
    <p:restoredTop sz="94479"/>
  </p:normalViewPr>
  <p:slideViewPr>
    <p:cSldViewPr snapToGrid="0" snapToObjects="1">
      <p:cViewPr varScale="1">
        <p:scale>
          <a:sx n="77" d="100"/>
          <a:sy n="77" d="100"/>
        </p:scale>
        <p:origin x="1120" y="192"/>
      </p:cViewPr>
      <p:guideLst>
        <p:guide orient="horz" pos="2880"/>
        <p:guide pos="512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Shape 3"/>
          <p:cNvSpPr>
            <a:spLocks noGrp="1" noRot="1" noChangeAspect="1"/>
          </p:cNvSpPr>
          <p:nvPr>
            <p:ph type="sldImg" idx="2"/>
          </p:nvPr>
        </p:nvSpPr>
        <p:spPr>
          <a:xfrm>
            <a:off x="1143225" y="685800"/>
            <a:ext cx="4572225"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4" name="Shape 4"/>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lvl="0">
              <a:spcBef>
                <a:spcPts val="0"/>
              </a:spcBef>
              <a:defRPr sz="1100"/>
            </a:lvl1pPr>
            <a:lvl2pPr lvl="1">
              <a:spcBef>
                <a:spcPts val="0"/>
              </a:spcBef>
              <a:defRPr sz="1100"/>
            </a:lvl2pPr>
            <a:lvl3pPr lvl="2">
              <a:spcBef>
                <a:spcPts val="0"/>
              </a:spcBef>
              <a:defRPr sz="1100"/>
            </a:lvl3pPr>
            <a:lvl4pPr lvl="3">
              <a:spcBef>
                <a:spcPts val="0"/>
              </a:spcBef>
              <a:defRPr sz="1100"/>
            </a:lvl4pPr>
            <a:lvl5pPr lvl="4">
              <a:spcBef>
                <a:spcPts val="0"/>
              </a:spcBef>
              <a:defRPr sz="1100"/>
            </a:lvl5pPr>
            <a:lvl6pPr lvl="5">
              <a:spcBef>
                <a:spcPts val="0"/>
              </a:spcBef>
              <a:defRPr sz="1100"/>
            </a:lvl6pPr>
            <a:lvl7pPr lvl="6">
              <a:spcBef>
                <a:spcPts val="0"/>
              </a:spcBef>
              <a:defRPr sz="1100"/>
            </a:lvl7pPr>
            <a:lvl8pPr lvl="7">
              <a:spcBef>
                <a:spcPts val="0"/>
              </a:spcBef>
              <a:defRPr sz="1100"/>
            </a:lvl8pPr>
            <a:lvl9pPr lvl="8">
              <a:spcBef>
                <a:spcPts val="0"/>
              </a:spcBef>
              <a:defRPr sz="1100"/>
            </a:lvl9pPr>
          </a:lstStyle>
          <a:p>
            <a:endParaRPr/>
          </a:p>
        </p:txBody>
      </p:sp>
    </p:spTree>
    <p:extLst>
      <p:ext uri="{BB962C8B-B14F-4D97-AF65-F5344CB8AC3E}">
        <p14:creationId xmlns:p14="http://schemas.microsoft.com/office/powerpoint/2010/main" val="1000417696"/>
      </p:ext>
    </p:extLst>
  </p:cSld>
  <p:clrMap bg1="lt1" tx1="dk1" bg2="dk2" tx2="lt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Shape 201"/>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lang="en-US" dirty="0">
              <a:solidFill>
                <a:schemeClr val="dk2"/>
              </a:solidFill>
            </a:endParaRPr>
          </a:p>
        </p:txBody>
      </p:sp>
      <p:sp>
        <p:nvSpPr>
          <p:cNvPr id="202" name="Shape 20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707443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Shape 201"/>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r>
              <a:rPr lang="en-US">
                <a:solidFill>
                  <a:schemeClr val="dk2"/>
                </a:solidFill>
              </a:rPr>
              <a:t>Note from Chuck.  If you are using these materials, you can remove the UM logo and replace it with your own, but please retain the CC-BY logo on the first page as well as retain the entire last page.</a:t>
            </a:r>
          </a:p>
        </p:txBody>
      </p:sp>
      <p:sp>
        <p:nvSpPr>
          <p:cNvPr id="202" name="Shape 20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615348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Shape 201"/>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r>
              <a:rPr lang="en-US">
                <a:solidFill>
                  <a:schemeClr val="dk2"/>
                </a:solidFill>
              </a:rPr>
              <a:t>Note from Chuck.  If you are using these materials, you can remove the UM logo and replace it with your own, but please retain the CC-BY logo on the first page as well as retain the entire last page.</a:t>
            </a:r>
          </a:p>
        </p:txBody>
      </p:sp>
      <p:sp>
        <p:nvSpPr>
          <p:cNvPr id="202" name="Shape 20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9372514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Shape 201"/>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r>
              <a:rPr lang="en-US">
                <a:solidFill>
                  <a:schemeClr val="dk2"/>
                </a:solidFill>
              </a:rPr>
              <a:t>Note from Chuck.  If you are using these materials, you can remove the UM logo and replace it with your own, but please retain the CC-BY logo on the first page as well as retain the entire last page.</a:t>
            </a:r>
          </a:p>
        </p:txBody>
      </p:sp>
      <p:sp>
        <p:nvSpPr>
          <p:cNvPr id="202" name="Shape 20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0684257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Shape 201"/>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r>
              <a:rPr lang="en-US">
                <a:solidFill>
                  <a:schemeClr val="dk2"/>
                </a:solidFill>
              </a:rPr>
              <a:t>Note from Chuck.  If you are using these materials, you can remove the UM logo and replace it with your own, but please retain the CC-BY logo on the first page as well as retain the entire last page.</a:t>
            </a:r>
          </a:p>
        </p:txBody>
      </p:sp>
      <p:sp>
        <p:nvSpPr>
          <p:cNvPr id="202" name="Shape 20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0302898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Shape 201"/>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r>
              <a:rPr lang="en-US">
                <a:solidFill>
                  <a:schemeClr val="dk2"/>
                </a:solidFill>
              </a:rPr>
              <a:t>Note from Chuck.  If you are using these materials, you can remove the UM logo and replace it with your own, but please retain the CC-BY logo on the first page as well as retain the entire last page.</a:t>
            </a:r>
          </a:p>
        </p:txBody>
      </p:sp>
      <p:sp>
        <p:nvSpPr>
          <p:cNvPr id="202" name="Shape 20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7866258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Shape 201"/>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r>
              <a:rPr lang="en-US">
                <a:solidFill>
                  <a:schemeClr val="dk2"/>
                </a:solidFill>
              </a:rPr>
              <a:t>Note from Chuck.  If you are using these materials, you can remove the UM logo and replace it with your own, but please retain the CC-BY logo on the first page as well as retain the entire last page.</a:t>
            </a:r>
          </a:p>
        </p:txBody>
      </p:sp>
      <p:sp>
        <p:nvSpPr>
          <p:cNvPr id="202" name="Shape 20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6027858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Shape 201"/>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r>
              <a:rPr lang="en-US">
                <a:solidFill>
                  <a:schemeClr val="dk2"/>
                </a:solidFill>
              </a:rPr>
              <a:t>Note from Chuck.  If you are using these materials, you can remove the UM logo and replace it with your own, but please retain the CC-BY logo on the first page as well as retain the entire last page.</a:t>
            </a:r>
          </a:p>
        </p:txBody>
      </p:sp>
      <p:sp>
        <p:nvSpPr>
          <p:cNvPr id="202" name="Shape 20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8319456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Shape 201"/>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r>
              <a:rPr lang="en-US">
                <a:solidFill>
                  <a:schemeClr val="dk2"/>
                </a:solidFill>
              </a:rPr>
              <a:t>Note from Chuck.  If you are using these materials, you can remove the UM logo and replace it with your own, but please retain the CC-BY logo on the first page as well as retain the entire last page.</a:t>
            </a:r>
          </a:p>
        </p:txBody>
      </p:sp>
      <p:sp>
        <p:nvSpPr>
          <p:cNvPr id="202" name="Shape 20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93957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Shape 201"/>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r>
              <a:rPr lang="en-US">
                <a:solidFill>
                  <a:schemeClr val="dk2"/>
                </a:solidFill>
              </a:rPr>
              <a:t>Note from Chuck.  If you are using these materials, you can remove the UM logo and replace it with your own, but please retain the CC-BY logo on the first page as well as retain the entire last page.</a:t>
            </a:r>
          </a:p>
        </p:txBody>
      </p:sp>
      <p:sp>
        <p:nvSpPr>
          <p:cNvPr id="202" name="Shape 20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1937735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Shape 201"/>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r>
              <a:rPr lang="en-US">
                <a:solidFill>
                  <a:schemeClr val="dk2"/>
                </a:solidFill>
              </a:rPr>
              <a:t>Note from Chuck.  If you are using these materials, you can remove the UM logo and replace it with your own, but please retain the CC-BY logo on the first page as well as retain the entire last page.</a:t>
            </a:r>
          </a:p>
        </p:txBody>
      </p:sp>
      <p:sp>
        <p:nvSpPr>
          <p:cNvPr id="202" name="Shape 20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7673653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Shape 201"/>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r>
              <a:rPr lang="en-US">
                <a:solidFill>
                  <a:schemeClr val="dk2"/>
                </a:solidFill>
              </a:rPr>
              <a:t>Note from Chuck.  If you are using these materials, you can remove the UM logo and replace it with your own, but please retain the CC-BY logo on the first page as well as retain the entire last page.</a:t>
            </a:r>
          </a:p>
        </p:txBody>
      </p:sp>
      <p:sp>
        <p:nvSpPr>
          <p:cNvPr id="202" name="Shape 20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4644195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Shape 201"/>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r>
              <a:rPr lang="en-US">
                <a:solidFill>
                  <a:schemeClr val="dk2"/>
                </a:solidFill>
              </a:rPr>
              <a:t>Note from Chuck.  If you are using these materials, you can remove the UM logo and replace it with your own, but please retain the CC-BY logo on the first page as well as retain the entire last page.</a:t>
            </a:r>
          </a:p>
        </p:txBody>
      </p:sp>
      <p:sp>
        <p:nvSpPr>
          <p:cNvPr id="202" name="Shape 20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5681148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Shape 201"/>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r>
              <a:rPr lang="en-US">
                <a:solidFill>
                  <a:schemeClr val="dk2"/>
                </a:solidFill>
              </a:rPr>
              <a:t>Note from Chuck.  If you are using these materials, you can remove the UM logo and replace it with your own, but please retain the CC-BY logo on the first page as well as retain the entire last page.</a:t>
            </a:r>
          </a:p>
        </p:txBody>
      </p:sp>
      <p:sp>
        <p:nvSpPr>
          <p:cNvPr id="202" name="Shape 20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9417047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4"/>
        <p:cNvGrpSpPr/>
        <p:nvPr/>
      </p:nvGrpSpPr>
      <p:grpSpPr>
        <a:xfrm>
          <a:off x="0" y="0"/>
          <a:ext cx="0" cy="0"/>
          <a:chOff x="0" y="0"/>
          <a:chExt cx="0" cy="0"/>
        </a:xfrm>
      </p:grpSpPr>
      <p:sp>
        <p:nvSpPr>
          <p:cNvPr id="545" name="Shape 545"/>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546" name="Shape 546"/>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lvl="0">
              <a:spcBef>
                <a:spcPts val="0"/>
              </a:spcBef>
              <a:buNone/>
            </a:pPr>
            <a:endParaRPr/>
          </a:p>
        </p:txBody>
      </p:sp>
    </p:spTree>
    <p:extLst>
      <p:ext uri="{BB962C8B-B14F-4D97-AF65-F5344CB8AC3E}">
        <p14:creationId xmlns:p14="http://schemas.microsoft.com/office/powerpoint/2010/main" val="18326736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Shape 38"/>
        <p:cNvGrpSpPr/>
        <p:nvPr/>
      </p:nvGrpSpPr>
      <p:grpSpPr>
        <a:xfrm>
          <a:off x="0" y="0"/>
          <a:ext cx="0" cy="0"/>
          <a:chOff x="0" y="0"/>
          <a:chExt cx="0" cy="0"/>
        </a:xfrm>
      </p:grpSpPr>
      <p:sp>
        <p:nvSpPr>
          <p:cNvPr id="39" name="Shape 39"/>
          <p:cNvSpPr txBox="1">
            <a:spLocks noGrp="1"/>
          </p:cNvSpPr>
          <p:nvPr>
            <p:ph type="title"/>
          </p:nvPr>
        </p:nvSpPr>
        <p:spPr>
          <a:xfrm>
            <a:off x="1155700" y="1536700"/>
            <a:ext cx="13931900" cy="3086099"/>
          </a:xfrm>
          <a:prstGeom prst="rect">
            <a:avLst/>
          </a:prstGeom>
          <a:noFill/>
          <a:ln>
            <a:noFill/>
          </a:ln>
        </p:spPr>
        <p:txBody>
          <a:bodyPr lIns="91425" tIns="91425" rIns="91425" bIns="91425" anchor="b" anchorCtr="0"/>
          <a:lstStyle>
            <a:lvl1pPr lvl="0" algn="ctr" rtl="0">
              <a:spcBef>
                <a:spcPts val="0"/>
              </a:spcBef>
              <a:spcAft>
                <a:spcPts val="0"/>
              </a:spcAft>
              <a:defRPr/>
            </a:lvl1pPr>
            <a:lvl2pPr lvl="1" algn="ctr" rtl="0">
              <a:spcBef>
                <a:spcPts val="0"/>
              </a:spcBef>
              <a:spcAft>
                <a:spcPts val="0"/>
              </a:spcAft>
              <a:defRPr/>
            </a:lvl2pPr>
            <a:lvl3pPr lvl="2" algn="ctr" rtl="0">
              <a:spcBef>
                <a:spcPts val="0"/>
              </a:spcBef>
              <a:spcAft>
                <a:spcPts val="0"/>
              </a:spcAft>
              <a:defRPr/>
            </a:lvl3pPr>
            <a:lvl4pPr lvl="3" algn="ctr" rtl="0">
              <a:spcBef>
                <a:spcPts val="0"/>
              </a:spcBef>
              <a:spcAft>
                <a:spcPts val="0"/>
              </a:spcAft>
              <a:defRPr/>
            </a:lvl4pPr>
            <a:lvl5pPr lvl="4" algn="ctr" rtl="0">
              <a:spcBef>
                <a:spcPts val="0"/>
              </a:spcBef>
              <a:spcAft>
                <a:spcPts val="0"/>
              </a:spcAft>
              <a:defRPr/>
            </a:lvl5pPr>
            <a:lvl6pPr marL="457200" lvl="5" algn="ctr" rtl="0">
              <a:spcBef>
                <a:spcPts val="0"/>
              </a:spcBef>
              <a:spcAft>
                <a:spcPts val="0"/>
              </a:spcAft>
              <a:defRPr/>
            </a:lvl6pPr>
            <a:lvl7pPr marL="914400" lvl="6" algn="ctr" rtl="0">
              <a:spcBef>
                <a:spcPts val="0"/>
              </a:spcBef>
              <a:spcAft>
                <a:spcPts val="0"/>
              </a:spcAft>
              <a:defRPr/>
            </a:lvl7pPr>
            <a:lvl8pPr marL="1371600" lvl="7" algn="ctr" rtl="0">
              <a:spcBef>
                <a:spcPts val="0"/>
              </a:spcBef>
              <a:spcAft>
                <a:spcPts val="0"/>
              </a:spcAft>
              <a:defRPr/>
            </a:lvl8pPr>
            <a:lvl9pPr marL="1828800" lvl="8" algn="ctr" rtl="0">
              <a:spcBef>
                <a:spcPts val="0"/>
              </a:spcBef>
              <a:spcAft>
                <a:spcPts val="0"/>
              </a:spcAft>
              <a:defRPr/>
            </a:lvl9pPr>
          </a:lstStyle>
          <a:p>
            <a:endParaRPr dirty="0"/>
          </a:p>
        </p:txBody>
      </p:sp>
      <p:sp>
        <p:nvSpPr>
          <p:cNvPr id="40" name="Shape 40"/>
          <p:cNvSpPr txBox="1">
            <a:spLocks noGrp="1"/>
          </p:cNvSpPr>
          <p:nvPr>
            <p:ph type="body" idx="1"/>
          </p:nvPr>
        </p:nvSpPr>
        <p:spPr>
          <a:xfrm>
            <a:off x="1155700" y="4711700"/>
            <a:ext cx="13931900" cy="1054100"/>
          </a:xfrm>
          <a:prstGeom prst="rect">
            <a:avLst/>
          </a:prstGeom>
          <a:noFill/>
          <a:ln>
            <a:noFill/>
          </a:ln>
        </p:spPr>
        <p:txBody>
          <a:bodyPr lIns="91425" tIns="91425" rIns="91425" bIns="91425" anchor="t" anchorCtr="0"/>
          <a:lstStyle>
            <a:lvl1pPr lvl="0" algn="ctr" rtl="0">
              <a:spcBef>
                <a:spcPts val="0"/>
              </a:spcBef>
              <a:spcAft>
                <a:spcPts val="0"/>
              </a:spcAft>
              <a:defRPr sz="4000"/>
            </a:lvl1pPr>
            <a:lvl2pPr lvl="1" algn="ctr" rtl="0">
              <a:spcBef>
                <a:spcPts val="0"/>
              </a:spcBef>
              <a:spcAft>
                <a:spcPts val="0"/>
              </a:spcAft>
              <a:defRPr/>
            </a:lvl2pPr>
            <a:lvl3pPr lvl="2" algn="ctr" rtl="0">
              <a:spcBef>
                <a:spcPts val="0"/>
              </a:spcBef>
              <a:spcAft>
                <a:spcPts val="0"/>
              </a:spcAft>
              <a:defRPr/>
            </a:lvl3pPr>
            <a:lvl4pPr lvl="3" algn="ctr" rtl="0">
              <a:spcBef>
                <a:spcPts val="0"/>
              </a:spcBef>
              <a:spcAft>
                <a:spcPts val="0"/>
              </a:spcAft>
              <a:defRPr/>
            </a:lvl4pPr>
            <a:lvl5pPr lvl="4" algn="ctr" rtl="0">
              <a:spcBef>
                <a:spcPts val="0"/>
              </a:spcBef>
              <a:spcAft>
                <a:spcPts val="0"/>
              </a:spcAft>
              <a:defRPr/>
            </a:lvl5pPr>
            <a:lvl6pPr marL="457200" lvl="5" algn="ctr" rtl="0">
              <a:spcBef>
                <a:spcPts val="0"/>
              </a:spcBef>
              <a:spcAft>
                <a:spcPts val="0"/>
              </a:spcAft>
              <a:defRPr/>
            </a:lvl6pPr>
            <a:lvl7pPr marL="914400" lvl="6" algn="ctr" rtl="0">
              <a:spcBef>
                <a:spcPts val="0"/>
              </a:spcBef>
              <a:spcAft>
                <a:spcPts val="0"/>
              </a:spcAft>
              <a:defRPr/>
            </a:lvl7pPr>
            <a:lvl8pPr marL="1371600" lvl="7" algn="ctr" rtl="0">
              <a:spcBef>
                <a:spcPts val="0"/>
              </a:spcBef>
              <a:spcAft>
                <a:spcPts val="0"/>
              </a:spcAft>
              <a:defRPr/>
            </a:lvl8pPr>
            <a:lvl9pPr marL="1828800" lvl="8" algn="ctr" rtl="0">
              <a:spcBef>
                <a:spcPts val="0"/>
              </a:spcBef>
              <a:spcAft>
                <a:spcPts val="0"/>
              </a:spcAft>
              <a:defRPr/>
            </a:lvl9pPr>
          </a:lstStyle>
          <a:p>
            <a:endParaRPr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Shape 194"/>
        <p:cNvGrpSpPr/>
        <p:nvPr/>
      </p:nvGrpSpPr>
      <p:grpSpPr>
        <a:xfrm>
          <a:off x="0" y="0"/>
          <a:ext cx="0" cy="0"/>
          <a:chOff x="0" y="0"/>
          <a:chExt cx="0" cy="0"/>
        </a:xfrm>
      </p:grpSpPr>
      <p:sp>
        <p:nvSpPr>
          <p:cNvPr id="195" name="Shape 195"/>
          <p:cNvSpPr txBox="1">
            <a:spLocks noGrp="1"/>
          </p:cNvSpPr>
          <p:nvPr>
            <p:ph type="title"/>
          </p:nvPr>
        </p:nvSpPr>
        <p:spPr>
          <a:xfrm>
            <a:off x="1155700" y="803564"/>
            <a:ext cx="13932000" cy="1736336"/>
          </a:xfrm>
          <a:prstGeom prst="rect">
            <a:avLst/>
          </a:prstGeom>
          <a:noFill/>
          <a:ln>
            <a:noFill/>
          </a:ln>
        </p:spPr>
        <p:txBody>
          <a:bodyPr lIns="91425" tIns="91425" rIns="91425" bIns="91425" anchor="ctr" anchorCtr="0"/>
          <a:lstStyle>
            <a:lvl1pPr lvl="0" algn="ctr" rtl="0">
              <a:spcBef>
                <a:spcPts val="0"/>
              </a:spcBef>
              <a:spcAft>
                <a:spcPts val="0"/>
              </a:spcAft>
              <a:defRPr/>
            </a:lvl1pPr>
            <a:lvl2pPr lvl="1" algn="ctr" rtl="0">
              <a:spcBef>
                <a:spcPts val="0"/>
              </a:spcBef>
              <a:spcAft>
                <a:spcPts val="0"/>
              </a:spcAft>
              <a:defRPr/>
            </a:lvl2pPr>
            <a:lvl3pPr lvl="2" algn="ctr" rtl="0">
              <a:spcBef>
                <a:spcPts val="0"/>
              </a:spcBef>
              <a:spcAft>
                <a:spcPts val="0"/>
              </a:spcAft>
              <a:defRPr/>
            </a:lvl3pPr>
            <a:lvl4pPr lvl="3" algn="ctr" rtl="0">
              <a:spcBef>
                <a:spcPts val="0"/>
              </a:spcBef>
              <a:spcAft>
                <a:spcPts val="0"/>
              </a:spcAft>
              <a:defRPr/>
            </a:lvl4pPr>
            <a:lvl5pPr lvl="4" algn="ctr" rtl="0">
              <a:spcBef>
                <a:spcPts val="0"/>
              </a:spcBef>
              <a:spcAft>
                <a:spcPts val="0"/>
              </a:spcAft>
              <a:defRPr/>
            </a:lvl5pPr>
            <a:lvl6pPr marL="457200" lvl="5" algn="ctr" rtl="0">
              <a:spcBef>
                <a:spcPts val="0"/>
              </a:spcBef>
              <a:spcAft>
                <a:spcPts val="0"/>
              </a:spcAft>
              <a:defRPr/>
            </a:lvl6pPr>
            <a:lvl7pPr marL="914400" lvl="6" algn="ctr" rtl="0">
              <a:spcBef>
                <a:spcPts val="0"/>
              </a:spcBef>
              <a:spcAft>
                <a:spcPts val="0"/>
              </a:spcAft>
              <a:defRPr/>
            </a:lvl7pPr>
            <a:lvl8pPr marL="1371600" lvl="7" algn="ctr" rtl="0">
              <a:spcBef>
                <a:spcPts val="0"/>
              </a:spcBef>
              <a:spcAft>
                <a:spcPts val="0"/>
              </a:spcAft>
              <a:defRPr/>
            </a:lvl8pPr>
            <a:lvl9pPr marL="1828800" lvl="8" algn="ctr" rtl="0">
              <a:spcBef>
                <a:spcPts val="0"/>
              </a:spcBef>
              <a:spcAft>
                <a:spcPts val="0"/>
              </a:spcAft>
              <a:defRPr/>
            </a:lvl9pPr>
          </a:lstStyle>
          <a:p>
            <a:endParaRPr/>
          </a:p>
        </p:txBody>
      </p:sp>
    </p:spTree>
    <p:extLst>
      <p:ext uri="{BB962C8B-B14F-4D97-AF65-F5344CB8AC3E}">
        <p14:creationId xmlns:p14="http://schemas.microsoft.com/office/powerpoint/2010/main" val="9690168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Shape 194"/>
        <p:cNvGrpSpPr/>
        <p:nvPr/>
      </p:nvGrpSpPr>
      <p:grpSpPr>
        <a:xfrm>
          <a:off x="0" y="0"/>
          <a:ext cx="0" cy="0"/>
          <a:chOff x="0" y="0"/>
          <a:chExt cx="0" cy="0"/>
        </a:xfrm>
      </p:grpSpPr>
    </p:spTree>
    <p:extLst>
      <p:ext uri="{BB962C8B-B14F-4D97-AF65-F5344CB8AC3E}">
        <p14:creationId xmlns:p14="http://schemas.microsoft.com/office/powerpoint/2010/main" val="6443010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Shape 155"/>
        <p:cNvGrpSpPr/>
        <p:nvPr/>
      </p:nvGrpSpPr>
      <p:grpSpPr>
        <a:xfrm>
          <a:off x="0" y="0"/>
          <a:ext cx="0" cy="0"/>
          <a:chOff x="0" y="0"/>
          <a:chExt cx="0" cy="0"/>
        </a:xfrm>
      </p:grpSpPr>
      <p:sp>
        <p:nvSpPr>
          <p:cNvPr id="156" name="Shape 156"/>
          <p:cNvSpPr txBox="1">
            <a:spLocks noGrp="1"/>
          </p:cNvSpPr>
          <p:nvPr>
            <p:ph type="title"/>
          </p:nvPr>
        </p:nvSpPr>
        <p:spPr>
          <a:xfrm>
            <a:off x="1155700" y="789709"/>
            <a:ext cx="13931900" cy="1750290"/>
          </a:xfrm>
          <a:prstGeom prst="rect">
            <a:avLst/>
          </a:prstGeom>
          <a:noFill/>
          <a:ln>
            <a:noFill/>
          </a:ln>
        </p:spPr>
        <p:txBody>
          <a:bodyPr lIns="91425" tIns="91425" rIns="91425" bIns="91425" anchor="ctr" anchorCtr="0"/>
          <a:lstStyle>
            <a:lvl1pPr lvl="0" algn="ctr" rtl="0">
              <a:spcBef>
                <a:spcPts val="0"/>
              </a:spcBef>
              <a:spcAft>
                <a:spcPts val="0"/>
              </a:spcAft>
              <a:defRPr/>
            </a:lvl1pPr>
            <a:lvl2pPr lvl="1" algn="ctr" rtl="0">
              <a:spcBef>
                <a:spcPts val="0"/>
              </a:spcBef>
              <a:spcAft>
                <a:spcPts val="0"/>
              </a:spcAft>
              <a:defRPr/>
            </a:lvl2pPr>
            <a:lvl3pPr lvl="2" algn="ctr" rtl="0">
              <a:spcBef>
                <a:spcPts val="0"/>
              </a:spcBef>
              <a:spcAft>
                <a:spcPts val="0"/>
              </a:spcAft>
              <a:defRPr/>
            </a:lvl3pPr>
            <a:lvl4pPr lvl="3" algn="ctr" rtl="0">
              <a:spcBef>
                <a:spcPts val="0"/>
              </a:spcBef>
              <a:spcAft>
                <a:spcPts val="0"/>
              </a:spcAft>
              <a:defRPr/>
            </a:lvl4pPr>
            <a:lvl5pPr lvl="4" algn="ctr" rtl="0">
              <a:spcBef>
                <a:spcPts val="0"/>
              </a:spcBef>
              <a:spcAft>
                <a:spcPts val="0"/>
              </a:spcAft>
              <a:defRPr/>
            </a:lvl5pPr>
            <a:lvl6pPr marL="457200" lvl="5" algn="ctr" rtl="0">
              <a:spcBef>
                <a:spcPts val="0"/>
              </a:spcBef>
              <a:spcAft>
                <a:spcPts val="0"/>
              </a:spcAft>
              <a:defRPr/>
            </a:lvl6pPr>
            <a:lvl7pPr marL="914400" lvl="6" algn="ctr" rtl="0">
              <a:spcBef>
                <a:spcPts val="0"/>
              </a:spcBef>
              <a:spcAft>
                <a:spcPts val="0"/>
              </a:spcAft>
              <a:defRPr/>
            </a:lvl7pPr>
            <a:lvl8pPr marL="1371600" lvl="7" algn="ctr" rtl="0">
              <a:spcBef>
                <a:spcPts val="0"/>
              </a:spcBef>
              <a:spcAft>
                <a:spcPts val="0"/>
              </a:spcAft>
              <a:defRPr/>
            </a:lvl8pPr>
            <a:lvl9pPr marL="1828800" lvl="8" algn="ctr" rtl="0">
              <a:spcBef>
                <a:spcPts val="0"/>
              </a:spcBef>
              <a:spcAft>
                <a:spcPts val="0"/>
              </a:spcAft>
              <a:defRPr/>
            </a:lvl9pPr>
          </a:lstStyle>
          <a:p>
            <a:endParaRPr/>
          </a:p>
        </p:txBody>
      </p:sp>
    </p:spTree>
    <p:extLst>
      <p:ext uri="{BB962C8B-B14F-4D97-AF65-F5344CB8AC3E}">
        <p14:creationId xmlns:p14="http://schemas.microsoft.com/office/powerpoint/2010/main" val="375733605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dk2"/>
        </a:solidFill>
        <a:effectLst/>
      </p:bgPr>
    </p:bg>
    <p:spTree>
      <p:nvGrpSpPr>
        <p:cNvPr id="1" name="Shape 5"/>
        <p:cNvGrpSpPr/>
        <p:nvPr/>
      </p:nvGrpSpPr>
      <p:grpSpPr>
        <a:xfrm>
          <a:off x="0" y="0"/>
          <a:ext cx="0" cy="0"/>
          <a:chOff x="0" y="0"/>
          <a:chExt cx="0" cy="0"/>
        </a:xfrm>
      </p:grpSpPr>
      <p:sp>
        <p:nvSpPr>
          <p:cNvPr id="6" name="Shape 6"/>
          <p:cNvSpPr txBox="1">
            <a:spLocks noGrp="1"/>
          </p:cNvSpPr>
          <p:nvPr>
            <p:ph type="title"/>
          </p:nvPr>
        </p:nvSpPr>
        <p:spPr>
          <a:xfrm>
            <a:off x="1155700" y="1536700"/>
            <a:ext cx="13931900" cy="3086099"/>
          </a:xfrm>
          <a:prstGeom prst="rect">
            <a:avLst/>
          </a:prstGeom>
          <a:noFill/>
          <a:ln>
            <a:noFill/>
          </a:ln>
        </p:spPr>
        <p:txBody>
          <a:bodyPr lIns="91425" tIns="91425" rIns="91425" bIns="91425" anchor="b" anchorCtr="0"/>
          <a:lstStyle>
            <a:lvl1pPr marL="0" marR="0" lvl="0" indent="0" algn="ctr" rtl="0">
              <a:spcBef>
                <a:spcPts val="0"/>
              </a:spcBef>
              <a:spcAft>
                <a:spcPts val="0"/>
              </a:spcAft>
              <a:defRPr/>
            </a:lvl1pPr>
            <a:lvl2pPr marL="0" marR="0" lvl="1" indent="0" algn="ctr" rtl="0">
              <a:spcBef>
                <a:spcPts val="0"/>
              </a:spcBef>
              <a:spcAft>
                <a:spcPts val="0"/>
              </a:spcAft>
              <a:defRPr/>
            </a:lvl2pPr>
            <a:lvl3pPr marL="0" marR="0" lvl="2" indent="0" algn="ctr" rtl="0">
              <a:spcBef>
                <a:spcPts val="0"/>
              </a:spcBef>
              <a:spcAft>
                <a:spcPts val="0"/>
              </a:spcAft>
              <a:defRPr/>
            </a:lvl3pPr>
            <a:lvl4pPr marL="0" marR="0" lvl="3" indent="0" algn="ctr" rtl="0">
              <a:spcBef>
                <a:spcPts val="0"/>
              </a:spcBef>
              <a:spcAft>
                <a:spcPts val="0"/>
              </a:spcAft>
              <a:defRPr/>
            </a:lvl4pPr>
            <a:lvl5pPr marL="0" marR="0" lvl="4" indent="0" algn="ctr" rtl="0">
              <a:spcBef>
                <a:spcPts val="0"/>
              </a:spcBef>
              <a:spcAft>
                <a:spcPts val="0"/>
              </a:spcAft>
              <a:defRPr/>
            </a:lvl5pPr>
            <a:lvl6pPr marL="457200" marR="0" lvl="5" indent="0" algn="ctr" rtl="0">
              <a:spcBef>
                <a:spcPts val="0"/>
              </a:spcBef>
              <a:spcAft>
                <a:spcPts val="0"/>
              </a:spcAft>
              <a:defRPr/>
            </a:lvl6pPr>
            <a:lvl7pPr marL="914400" marR="0" lvl="6" indent="0" algn="ctr" rtl="0">
              <a:spcBef>
                <a:spcPts val="0"/>
              </a:spcBef>
              <a:spcAft>
                <a:spcPts val="0"/>
              </a:spcAft>
              <a:defRPr/>
            </a:lvl7pPr>
            <a:lvl8pPr marL="1371600" marR="0" lvl="7" indent="0" algn="ctr" rtl="0">
              <a:spcBef>
                <a:spcPts val="0"/>
              </a:spcBef>
              <a:spcAft>
                <a:spcPts val="0"/>
              </a:spcAft>
              <a:defRPr/>
            </a:lvl8pPr>
            <a:lvl9pPr marL="1828800" marR="0" lvl="8" indent="0" algn="ctr" rtl="0">
              <a:spcBef>
                <a:spcPts val="0"/>
              </a:spcBef>
              <a:spcAft>
                <a:spcPts val="0"/>
              </a:spcAft>
              <a:defRPr/>
            </a:lvl9pPr>
          </a:lstStyle>
          <a:p>
            <a:endParaRPr dirty="0"/>
          </a:p>
        </p:txBody>
      </p:sp>
      <p:sp>
        <p:nvSpPr>
          <p:cNvPr id="7" name="Shape 7"/>
          <p:cNvSpPr txBox="1">
            <a:spLocks noGrp="1"/>
          </p:cNvSpPr>
          <p:nvPr>
            <p:ph type="body" idx="1"/>
          </p:nvPr>
        </p:nvSpPr>
        <p:spPr>
          <a:xfrm>
            <a:off x="1155700" y="4711700"/>
            <a:ext cx="13931900" cy="1054100"/>
          </a:xfrm>
          <a:prstGeom prst="rect">
            <a:avLst/>
          </a:prstGeom>
          <a:noFill/>
          <a:ln>
            <a:noFill/>
          </a:ln>
        </p:spPr>
        <p:txBody>
          <a:bodyPr lIns="91425" tIns="91425" rIns="91425" bIns="91425" anchor="t" anchorCtr="0"/>
          <a:lstStyle>
            <a:lvl1pPr marL="0" marR="0" lvl="0" indent="0" algn="ctr" rtl="0">
              <a:spcBef>
                <a:spcPts val="0"/>
              </a:spcBef>
              <a:spcAft>
                <a:spcPts val="0"/>
              </a:spcAft>
              <a:defRPr/>
            </a:lvl1pPr>
            <a:lvl2pPr marL="0" marR="0" lvl="1" indent="0" algn="ctr" rtl="0">
              <a:spcBef>
                <a:spcPts val="0"/>
              </a:spcBef>
              <a:spcAft>
                <a:spcPts val="0"/>
              </a:spcAft>
              <a:defRPr/>
            </a:lvl2pPr>
            <a:lvl3pPr marL="0" marR="0" lvl="2" indent="0" algn="ctr" rtl="0">
              <a:spcBef>
                <a:spcPts val="0"/>
              </a:spcBef>
              <a:spcAft>
                <a:spcPts val="0"/>
              </a:spcAft>
              <a:defRPr/>
            </a:lvl3pPr>
            <a:lvl4pPr marL="0" marR="0" lvl="3" indent="0" algn="ctr" rtl="0">
              <a:spcBef>
                <a:spcPts val="0"/>
              </a:spcBef>
              <a:spcAft>
                <a:spcPts val="0"/>
              </a:spcAft>
              <a:defRPr/>
            </a:lvl4pPr>
            <a:lvl5pPr marL="0" marR="0" lvl="4" indent="0" algn="ctr" rtl="0">
              <a:spcBef>
                <a:spcPts val="0"/>
              </a:spcBef>
              <a:spcAft>
                <a:spcPts val="0"/>
              </a:spcAft>
              <a:defRPr/>
            </a:lvl5pPr>
            <a:lvl6pPr marL="457200" marR="0" lvl="5" indent="0" algn="ctr" rtl="0">
              <a:spcBef>
                <a:spcPts val="0"/>
              </a:spcBef>
              <a:spcAft>
                <a:spcPts val="0"/>
              </a:spcAft>
              <a:defRPr/>
            </a:lvl6pPr>
            <a:lvl7pPr marL="914400" marR="0" lvl="6" indent="0" algn="ctr" rtl="0">
              <a:spcBef>
                <a:spcPts val="0"/>
              </a:spcBef>
              <a:spcAft>
                <a:spcPts val="0"/>
              </a:spcAft>
              <a:defRPr/>
            </a:lvl7pPr>
            <a:lvl8pPr marL="1371600" marR="0" lvl="7" indent="0" algn="ctr" rtl="0">
              <a:spcBef>
                <a:spcPts val="0"/>
              </a:spcBef>
              <a:spcAft>
                <a:spcPts val="0"/>
              </a:spcAft>
              <a:defRPr/>
            </a:lvl8pPr>
            <a:lvl9pPr marL="1828800" marR="0" lvl="8" indent="0" algn="ctr" rtl="0">
              <a:spcBef>
                <a:spcPts val="0"/>
              </a:spcBef>
              <a:spcAft>
                <a:spcPts val="0"/>
              </a:spcAft>
              <a:defRPr/>
            </a:lvl9pPr>
          </a:lstStyle>
          <a:p>
            <a:endParaRPr dirty="0"/>
          </a:p>
        </p:txBody>
      </p:sp>
      <p:sp>
        <p:nvSpPr>
          <p:cNvPr id="5" name="Rectangle 3"/>
          <p:cNvSpPr>
            <a:spLocks noChangeArrowheads="1"/>
          </p:cNvSpPr>
          <p:nvPr userDrawn="1"/>
        </p:nvSpPr>
        <p:spPr bwMode="auto">
          <a:xfrm>
            <a:off x="0" y="0"/>
            <a:ext cx="16256000" cy="768096"/>
          </a:xfrm>
          <a:prstGeom prst="rect">
            <a:avLst/>
          </a:prstGeom>
          <a:solidFill>
            <a:schemeClr val="bg2"/>
          </a:solidFill>
          <a:ln>
            <a:noFill/>
          </a:ln>
          <a:extLst/>
        </p:spPr>
        <p:txBody>
          <a:bodyPr/>
          <a:lstStyle>
            <a:lvl1pPr algn="ctr">
              <a:defRPr sz="2000">
                <a:solidFill>
                  <a:srgbClr val="FFFFFF"/>
                </a:solidFill>
                <a:latin typeface="Gill Sans" charset="0"/>
                <a:ea typeface="ヒラギノ角ゴ ProN W3" charset="-128"/>
                <a:sym typeface="Gill Sans" charset="0"/>
              </a:defRPr>
            </a:lvl1pPr>
            <a:lvl2pPr marL="742950" indent="-285750" algn="ctr">
              <a:defRPr sz="2000">
                <a:solidFill>
                  <a:srgbClr val="FFFFFF"/>
                </a:solidFill>
                <a:latin typeface="Gill Sans" charset="0"/>
                <a:ea typeface="ヒラギノ角ゴ ProN W3" charset="-128"/>
                <a:sym typeface="Gill Sans" charset="0"/>
              </a:defRPr>
            </a:lvl2pPr>
            <a:lvl3pPr marL="1143000" indent="-228600" algn="ctr">
              <a:defRPr sz="2000">
                <a:solidFill>
                  <a:srgbClr val="FFFFFF"/>
                </a:solidFill>
                <a:latin typeface="Gill Sans" charset="0"/>
                <a:ea typeface="ヒラギノ角ゴ ProN W3" charset="-128"/>
                <a:sym typeface="Gill Sans" charset="0"/>
              </a:defRPr>
            </a:lvl3pPr>
            <a:lvl4pPr marL="1600200" indent="-228600" algn="ctr">
              <a:defRPr sz="2000">
                <a:solidFill>
                  <a:srgbClr val="FFFFFF"/>
                </a:solidFill>
                <a:latin typeface="Gill Sans" charset="0"/>
                <a:ea typeface="ヒラギノ角ゴ ProN W3" charset="-128"/>
                <a:sym typeface="Gill Sans" charset="0"/>
              </a:defRPr>
            </a:lvl4pPr>
            <a:lvl5pPr marL="2057400" indent="-228600" algn="ctr">
              <a:defRPr sz="2000">
                <a:solidFill>
                  <a:srgbClr val="FFFFFF"/>
                </a:solidFill>
                <a:latin typeface="Gill Sans" charset="0"/>
                <a:ea typeface="ヒラギノ角ゴ ProN W3" charset="-128"/>
                <a:sym typeface="Gill Sans" charset="0"/>
              </a:defRPr>
            </a:lvl5pPr>
            <a:lvl6pPr marL="2514600" indent="-228600" algn="ctr" eaLnBrk="0" fontAlgn="base" hangingPunct="0">
              <a:spcBef>
                <a:spcPct val="0"/>
              </a:spcBef>
              <a:spcAft>
                <a:spcPct val="0"/>
              </a:spcAft>
              <a:defRPr sz="2000">
                <a:solidFill>
                  <a:srgbClr val="FFFFFF"/>
                </a:solidFill>
                <a:latin typeface="Gill Sans" charset="0"/>
                <a:ea typeface="ヒラギノ角ゴ ProN W3" charset="-128"/>
                <a:sym typeface="Gill Sans" charset="0"/>
              </a:defRPr>
            </a:lvl6pPr>
            <a:lvl7pPr marL="2971800" indent="-228600" algn="ctr" eaLnBrk="0" fontAlgn="base" hangingPunct="0">
              <a:spcBef>
                <a:spcPct val="0"/>
              </a:spcBef>
              <a:spcAft>
                <a:spcPct val="0"/>
              </a:spcAft>
              <a:defRPr sz="2000">
                <a:solidFill>
                  <a:srgbClr val="FFFFFF"/>
                </a:solidFill>
                <a:latin typeface="Gill Sans" charset="0"/>
                <a:ea typeface="ヒラギノ角ゴ ProN W3" charset="-128"/>
                <a:sym typeface="Gill Sans" charset="0"/>
              </a:defRPr>
            </a:lvl7pPr>
            <a:lvl8pPr marL="3429000" indent="-228600" algn="ctr" eaLnBrk="0" fontAlgn="base" hangingPunct="0">
              <a:spcBef>
                <a:spcPct val="0"/>
              </a:spcBef>
              <a:spcAft>
                <a:spcPct val="0"/>
              </a:spcAft>
              <a:defRPr sz="2000">
                <a:solidFill>
                  <a:srgbClr val="FFFFFF"/>
                </a:solidFill>
                <a:latin typeface="Gill Sans" charset="0"/>
                <a:ea typeface="ヒラギノ角ゴ ProN W3" charset="-128"/>
                <a:sym typeface="Gill Sans" charset="0"/>
              </a:defRPr>
            </a:lvl8pPr>
            <a:lvl9pPr marL="3886200" indent="-228600" algn="ctr" eaLnBrk="0" fontAlgn="base" hangingPunct="0">
              <a:spcBef>
                <a:spcPct val="0"/>
              </a:spcBef>
              <a:spcAft>
                <a:spcPct val="0"/>
              </a:spcAft>
              <a:defRPr sz="2000">
                <a:solidFill>
                  <a:srgbClr val="FFFFFF"/>
                </a:solidFill>
                <a:latin typeface="Gill Sans" charset="0"/>
                <a:ea typeface="ヒラギノ角ゴ ProN W3" charset="-128"/>
                <a:sym typeface="Gill Sans" charset="0"/>
              </a:defRPr>
            </a:lvl9pPr>
          </a:lstStyle>
          <a:p>
            <a:pPr eaLnBrk="1" hangingPunct="1">
              <a:defRPr/>
            </a:pPr>
            <a:endParaRPr lang="en-US" altLang="en-US" sz="3600"/>
          </a:p>
        </p:txBody>
      </p:sp>
      <p:sp>
        <p:nvSpPr>
          <p:cNvPr id="8" name="Rectangle 3"/>
          <p:cNvSpPr>
            <a:spLocks noChangeArrowheads="1"/>
          </p:cNvSpPr>
          <p:nvPr userDrawn="1"/>
        </p:nvSpPr>
        <p:spPr bwMode="auto">
          <a:xfrm>
            <a:off x="0" y="8357616"/>
            <a:ext cx="16256000" cy="786384"/>
          </a:xfrm>
          <a:prstGeom prst="rect">
            <a:avLst/>
          </a:prstGeom>
          <a:solidFill>
            <a:schemeClr val="bg2"/>
          </a:solidFill>
          <a:ln>
            <a:noFill/>
          </a:ln>
          <a:extLst/>
        </p:spPr>
        <p:txBody>
          <a:bodyPr/>
          <a:lstStyle>
            <a:lvl1pPr algn="ctr">
              <a:defRPr sz="2000">
                <a:solidFill>
                  <a:srgbClr val="FFFFFF"/>
                </a:solidFill>
                <a:latin typeface="Gill Sans" charset="0"/>
                <a:ea typeface="ヒラギノ角ゴ ProN W3" charset="-128"/>
                <a:sym typeface="Gill Sans" charset="0"/>
              </a:defRPr>
            </a:lvl1pPr>
            <a:lvl2pPr marL="742950" indent="-285750" algn="ctr">
              <a:defRPr sz="2000">
                <a:solidFill>
                  <a:srgbClr val="FFFFFF"/>
                </a:solidFill>
                <a:latin typeface="Gill Sans" charset="0"/>
                <a:ea typeface="ヒラギノ角ゴ ProN W3" charset="-128"/>
                <a:sym typeface="Gill Sans" charset="0"/>
              </a:defRPr>
            </a:lvl2pPr>
            <a:lvl3pPr marL="1143000" indent="-228600" algn="ctr">
              <a:defRPr sz="2000">
                <a:solidFill>
                  <a:srgbClr val="FFFFFF"/>
                </a:solidFill>
                <a:latin typeface="Gill Sans" charset="0"/>
                <a:ea typeface="ヒラギノ角ゴ ProN W3" charset="-128"/>
                <a:sym typeface="Gill Sans" charset="0"/>
              </a:defRPr>
            </a:lvl3pPr>
            <a:lvl4pPr marL="1600200" indent="-228600" algn="ctr">
              <a:defRPr sz="2000">
                <a:solidFill>
                  <a:srgbClr val="FFFFFF"/>
                </a:solidFill>
                <a:latin typeface="Gill Sans" charset="0"/>
                <a:ea typeface="ヒラギノ角ゴ ProN W3" charset="-128"/>
                <a:sym typeface="Gill Sans" charset="0"/>
              </a:defRPr>
            </a:lvl4pPr>
            <a:lvl5pPr marL="2057400" indent="-228600" algn="ctr">
              <a:defRPr sz="2000">
                <a:solidFill>
                  <a:srgbClr val="FFFFFF"/>
                </a:solidFill>
                <a:latin typeface="Gill Sans" charset="0"/>
                <a:ea typeface="ヒラギノ角ゴ ProN W3" charset="-128"/>
                <a:sym typeface="Gill Sans" charset="0"/>
              </a:defRPr>
            </a:lvl5pPr>
            <a:lvl6pPr marL="2514600" indent="-228600" algn="ctr" eaLnBrk="0" fontAlgn="base" hangingPunct="0">
              <a:spcBef>
                <a:spcPct val="0"/>
              </a:spcBef>
              <a:spcAft>
                <a:spcPct val="0"/>
              </a:spcAft>
              <a:defRPr sz="2000">
                <a:solidFill>
                  <a:srgbClr val="FFFFFF"/>
                </a:solidFill>
                <a:latin typeface="Gill Sans" charset="0"/>
                <a:ea typeface="ヒラギノ角ゴ ProN W3" charset="-128"/>
                <a:sym typeface="Gill Sans" charset="0"/>
              </a:defRPr>
            </a:lvl6pPr>
            <a:lvl7pPr marL="2971800" indent="-228600" algn="ctr" eaLnBrk="0" fontAlgn="base" hangingPunct="0">
              <a:spcBef>
                <a:spcPct val="0"/>
              </a:spcBef>
              <a:spcAft>
                <a:spcPct val="0"/>
              </a:spcAft>
              <a:defRPr sz="2000">
                <a:solidFill>
                  <a:srgbClr val="FFFFFF"/>
                </a:solidFill>
                <a:latin typeface="Gill Sans" charset="0"/>
                <a:ea typeface="ヒラギノ角ゴ ProN W3" charset="-128"/>
                <a:sym typeface="Gill Sans" charset="0"/>
              </a:defRPr>
            </a:lvl7pPr>
            <a:lvl8pPr marL="3429000" indent="-228600" algn="ctr" eaLnBrk="0" fontAlgn="base" hangingPunct="0">
              <a:spcBef>
                <a:spcPct val="0"/>
              </a:spcBef>
              <a:spcAft>
                <a:spcPct val="0"/>
              </a:spcAft>
              <a:defRPr sz="2000">
                <a:solidFill>
                  <a:srgbClr val="FFFFFF"/>
                </a:solidFill>
                <a:latin typeface="Gill Sans" charset="0"/>
                <a:ea typeface="ヒラギノ角ゴ ProN W3" charset="-128"/>
                <a:sym typeface="Gill Sans" charset="0"/>
              </a:defRPr>
            </a:lvl8pPr>
            <a:lvl9pPr marL="3886200" indent="-228600" algn="ctr" eaLnBrk="0" fontAlgn="base" hangingPunct="0">
              <a:spcBef>
                <a:spcPct val="0"/>
              </a:spcBef>
              <a:spcAft>
                <a:spcPct val="0"/>
              </a:spcAft>
              <a:defRPr sz="2000">
                <a:solidFill>
                  <a:srgbClr val="FFFFFF"/>
                </a:solidFill>
                <a:latin typeface="Gill Sans" charset="0"/>
                <a:ea typeface="ヒラギノ角ゴ ProN W3" charset="-128"/>
                <a:sym typeface="Gill Sans" charset="0"/>
              </a:defRPr>
            </a:lvl9pPr>
          </a:lstStyle>
          <a:p>
            <a:pPr eaLnBrk="1" hangingPunct="1">
              <a:defRPr/>
            </a:pPr>
            <a:endParaRPr lang="en-US" altLang="en-US" sz="3600"/>
          </a:p>
        </p:txBody>
      </p:sp>
    </p:spTree>
  </p:cSld>
  <p:clrMap bg1="lt1" tx1="dk1" bg2="dk2" tx2="lt2" accent1="accent1" accent2="accent2" accent3="accent3" accent4="accent4" accent5="accent5" accent6="accent6" hlink="hlink" folHlink="folHlink"/>
  <p:sldLayoutIdLst>
    <p:sldLayoutId id="2147483657" r:id="rId1"/>
    <p:sldLayoutId id="2147483704" r:id="rId2"/>
    <p:sldLayoutId id="2147483705" r:id="rId3"/>
    <p:sldLayoutId id="2147483706" r:id="rId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7200" b="0" i="0" u="none" strike="noStrike" cap="none">
          <a:solidFill>
            <a:srgbClr val="000000"/>
          </a:solidFill>
          <a:latin typeface="Arial"/>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40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hyperlink" Target="www.pythonlearn.com" TargetMode="Externa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4.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2.mp4"/><Relationship Id="rId1" Type="http://schemas.microsoft.com/office/2007/relationships/media" Target="../media/media2.mp4"/><Relationship Id="rId5" Type="http://schemas.openxmlformats.org/officeDocument/2006/relationships/image" Target="../media/image6.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3.mp4"/><Relationship Id="rId1" Type="http://schemas.microsoft.com/office/2007/relationships/media" Target="../media/media3.mp4"/><Relationship Id="rId5" Type="http://schemas.openxmlformats.org/officeDocument/2006/relationships/image" Target="../media/image7.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4.mp4"/><Relationship Id="rId1" Type="http://schemas.microsoft.com/office/2007/relationships/media" Target="../media/media4.mp4"/><Relationship Id="rId5" Type="http://schemas.openxmlformats.org/officeDocument/2006/relationships/image" Target="../media/image8.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3" Type="http://schemas.openxmlformats.org/officeDocument/2006/relationships/hyperlink" Target="https://www.pygame.org/" TargetMode="External"/><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hyperlink" Target="http://www.dr-chuck.com/" TargetMode="External"/><Relationship Id="rId2" Type="http://schemas.openxmlformats.org/officeDocument/2006/relationships/notesSlide" Target="../notesSlides/notesSlide15.xml"/><Relationship Id="rId1" Type="http://schemas.openxmlformats.org/officeDocument/2006/relationships/slideLayout" Target="../slideLayouts/slideLayout4.xml"/><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Shape 204"/>
          <p:cNvSpPr txBox="1">
            <a:spLocks noGrp="1"/>
          </p:cNvSpPr>
          <p:nvPr>
            <p:ph type="title"/>
          </p:nvPr>
        </p:nvSpPr>
        <p:spPr>
          <a:prstGeom prst="rect">
            <a:avLst/>
          </a:prstGeom>
          <a:noFill/>
          <a:ln>
            <a:noFill/>
          </a:ln>
        </p:spPr>
        <p:txBody>
          <a:bodyPr lIns="38100" tIns="38100" rIns="38100" bIns="38100" anchor="b" anchorCtr="0">
            <a:noAutofit/>
          </a:bodyPr>
          <a:lstStyle/>
          <a:p>
            <a:pPr marL="0" marR="0" lvl="0" indent="0" algn="ctr" rtl="0">
              <a:lnSpc>
                <a:spcPct val="100000"/>
              </a:lnSpc>
              <a:spcBef>
                <a:spcPts val="0"/>
              </a:spcBef>
              <a:spcAft>
                <a:spcPts val="0"/>
              </a:spcAft>
              <a:buClr>
                <a:srgbClr val="FF00FF"/>
              </a:buClr>
              <a:buSzPct val="25000"/>
              <a:buFont typeface="Cabin"/>
              <a:buNone/>
            </a:pPr>
            <a:r>
              <a:rPr lang="en-US" sz="7600" u="none" strike="noStrike" cap="none" dirty="0">
                <a:solidFill>
                  <a:srgbClr val="FFD966"/>
                </a:solidFill>
                <a:latin typeface="Arial" charset="0"/>
                <a:ea typeface="Arial" charset="0"/>
                <a:cs typeface="Arial" charset="0"/>
                <a:sym typeface="Cabin"/>
              </a:rPr>
              <a:t>Keyboard and Mouse Input</a:t>
            </a:r>
          </a:p>
        </p:txBody>
      </p:sp>
      <p:sp>
        <p:nvSpPr>
          <p:cNvPr id="205" name="Shape 205"/>
          <p:cNvSpPr txBox="1">
            <a:spLocks noGrp="1"/>
          </p:cNvSpPr>
          <p:nvPr>
            <p:ph type="body" idx="1"/>
          </p:nvPr>
        </p:nvSpPr>
        <p:spPr>
          <a:prstGeom prst="rect">
            <a:avLst/>
          </a:prstGeom>
          <a:noFill/>
          <a:ln>
            <a:noFill/>
          </a:ln>
        </p:spPr>
        <p:txBody>
          <a:bodyPr lIns="38100" tIns="38100" rIns="38100" bIns="38100" anchor="t" anchorCtr="0">
            <a:noAutofit/>
          </a:bodyPr>
          <a:lstStyle/>
          <a:p>
            <a:pPr marL="0" marR="0" lvl="0" indent="0" algn="ctr" rtl="0">
              <a:lnSpc>
                <a:spcPct val="100000"/>
              </a:lnSpc>
              <a:spcBef>
                <a:spcPts val="0"/>
              </a:spcBef>
              <a:spcAft>
                <a:spcPts val="0"/>
              </a:spcAft>
              <a:buClr>
                <a:schemeClr val="lt1"/>
              </a:buClr>
              <a:buSzPct val="25000"/>
              <a:buFont typeface="Cabin"/>
              <a:buNone/>
            </a:pPr>
            <a:r>
              <a:rPr lang="en-US" sz="4800" u="none" strike="noStrike" cap="none" dirty="0">
                <a:solidFill>
                  <a:schemeClr val="lt1"/>
                </a:solidFill>
                <a:latin typeface="Arial" charset="0"/>
                <a:ea typeface="Arial" charset="0"/>
                <a:cs typeface="Arial" charset="0"/>
                <a:sym typeface="Cabin"/>
              </a:rPr>
              <a:t>Class 7</a:t>
            </a:r>
          </a:p>
        </p:txBody>
      </p:sp>
      <p:pic>
        <p:nvPicPr>
          <p:cNvPr id="207" name="Shape 207"/>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13957824" y="7425500"/>
            <a:ext cx="1968599" cy="668400"/>
          </a:xfrm>
          <a:prstGeom prst="rect">
            <a:avLst/>
          </a:prstGeom>
          <a:noFill/>
          <a:ln>
            <a:noFill/>
          </a:ln>
        </p:spPr>
      </p:pic>
      <p:sp>
        <p:nvSpPr>
          <p:cNvPr id="6" name="Shape 206">
            <a:extLst>
              <a:ext uri="{FF2B5EF4-FFF2-40B4-BE49-F238E27FC236}">
                <a16:creationId xmlns:a16="http://schemas.microsoft.com/office/drawing/2014/main" id="{26E25BAF-8B81-0A4B-BA07-6B3BCF803A23}"/>
              </a:ext>
            </a:extLst>
          </p:cNvPr>
          <p:cNvSpPr txBox="1"/>
          <p:nvPr/>
        </p:nvSpPr>
        <p:spPr>
          <a:xfrm>
            <a:off x="5257538" y="7251650"/>
            <a:ext cx="5728224" cy="1016099"/>
          </a:xfrm>
          <a:prstGeom prst="rect">
            <a:avLst/>
          </a:prstGeom>
          <a:noFill/>
          <a:ln>
            <a:noFill/>
          </a:ln>
        </p:spPr>
        <p:txBody>
          <a:bodyPr lIns="0" tIns="0" rIns="0" bIns="0" anchor="ctr" anchorCtr="0">
            <a:noAutofit/>
          </a:bodyPr>
          <a:lstStyle/>
          <a:p>
            <a:pPr marL="0" marR="0" lvl="0" indent="0" algn="ctr" rtl="0">
              <a:lnSpc>
                <a:spcPct val="100000"/>
              </a:lnSpc>
              <a:spcBef>
                <a:spcPts val="0"/>
              </a:spcBef>
              <a:spcAft>
                <a:spcPts val="0"/>
              </a:spcAft>
              <a:buClr>
                <a:srgbClr val="FFFF00"/>
              </a:buClr>
              <a:buSzPct val="25000"/>
              <a:buFont typeface="Cabin"/>
              <a:buNone/>
            </a:pPr>
            <a:r>
              <a:rPr lang="en-US" sz="2000" u="none" strike="noStrike" cap="none" dirty="0">
                <a:solidFill>
                  <a:srgbClr val="FFFF00"/>
                </a:solidFill>
                <a:latin typeface="Arial" charset="0"/>
                <a:ea typeface="Arial" charset="0"/>
                <a:cs typeface="Arial" charset="0"/>
                <a:sym typeface="Cabin"/>
              </a:rPr>
              <a:t>Making Games With Python and </a:t>
            </a:r>
            <a:r>
              <a:rPr lang="en-US" sz="2000" u="none" strike="noStrike" cap="none" dirty="0" err="1">
                <a:solidFill>
                  <a:srgbClr val="FFFF00"/>
                </a:solidFill>
                <a:latin typeface="Arial" charset="0"/>
                <a:ea typeface="Arial" charset="0"/>
                <a:cs typeface="Arial" charset="0"/>
                <a:sym typeface="Cabin"/>
              </a:rPr>
              <a:t>PyGame</a:t>
            </a:r>
            <a:endParaRPr lang="en-US" sz="2000" u="none" strike="noStrike" cap="none" dirty="0">
              <a:solidFill>
                <a:srgbClr val="FFFF00"/>
              </a:solidFill>
              <a:latin typeface="Arial" charset="0"/>
              <a:ea typeface="Arial" charset="0"/>
              <a:cs typeface="Arial" charset="0"/>
              <a:sym typeface="Cabin"/>
            </a:endParaRPr>
          </a:p>
          <a:p>
            <a:pPr lvl="0" algn="ctr">
              <a:buClr>
                <a:srgbClr val="FFFF00"/>
              </a:buClr>
              <a:buSzPct val="25000"/>
            </a:pPr>
            <a:r>
              <a:rPr lang="en-US" sz="2000" u="sng" dirty="0">
                <a:solidFill>
                  <a:srgbClr val="FFFF00"/>
                </a:solidFill>
                <a:latin typeface="Arial" charset="0"/>
                <a:ea typeface="Arial" charset="0"/>
                <a:cs typeface="Arial" charset="0"/>
                <a:sym typeface="Cabin"/>
                <a:hlinkClick r:id="rId4"/>
              </a:rPr>
              <a:t>https://inventwithpython.com/pygame/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Shape 204"/>
          <p:cNvSpPr txBox="1">
            <a:spLocks noGrp="1"/>
          </p:cNvSpPr>
          <p:nvPr>
            <p:ph type="title"/>
          </p:nvPr>
        </p:nvSpPr>
        <p:spPr>
          <a:prstGeom prst="rect">
            <a:avLst/>
          </a:prstGeom>
          <a:noFill/>
          <a:ln>
            <a:noFill/>
          </a:ln>
        </p:spPr>
        <p:txBody>
          <a:bodyPr lIns="38100" tIns="38100" rIns="38100" bIns="38100" anchor="b" anchorCtr="0">
            <a:noAutofit/>
          </a:bodyPr>
          <a:lstStyle/>
          <a:p>
            <a:pPr marL="0" marR="0" lvl="0" indent="0" algn="ctr" rtl="0">
              <a:lnSpc>
                <a:spcPct val="100000"/>
              </a:lnSpc>
              <a:spcBef>
                <a:spcPts val="0"/>
              </a:spcBef>
              <a:spcAft>
                <a:spcPts val="0"/>
              </a:spcAft>
              <a:buClr>
                <a:srgbClr val="FF00FF"/>
              </a:buClr>
              <a:buSzPct val="25000"/>
              <a:buFont typeface="Cabin"/>
              <a:buNone/>
            </a:pPr>
            <a:r>
              <a:rPr lang="en-US" sz="7600" u="none" strike="noStrike" cap="none" dirty="0">
                <a:solidFill>
                  <a:srgbClr val="FFD966"/>
                </a:solidFill>
                <a:latin typeface="Arial" charset="0"/>
                <a:ea typeface="Arial" charset="0"/>
                <a:cs typeface="Arial" charset="0"/>
                <a:sym typeface="Cabin"/>
              </a:rPr>
              <a:t>The Keyboard</a:t>
            </a:r>
          </a:p>
        </p:txBody>
      </p:sp>
    </p:spTree>
    <p:extLst>
      <p:ext uri="{BB962C8B-B14F-4D97-AF65-F5344CB8AC3E}">
        <p14:creationId xmlns:p14="http://schemas.microsoft.com/office/powerpoint/2010/main" val="14777724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Shape 204"/>
          <p:cNvSpPr txBox="1">
            <a:spLocks noGrp="1"/>
          </p:cNvSpPr>
          <p:nvPr>
            <p:ph type="title"/>
          </p:nvPr>
        </p:nvSpPr>
        <p:spPr>
          <a:xfrm>
            <a:off x="1105824" y="482138"/>
            <a:ext cx="13931900" cy="1330959"/>
          </a:xfrm>
          <a:prstGeom prst="rect">
            <a:avLst/>
          </a:prstGeom>
          <a:noFill/>
          <a:ln>
            <a:noFill/>
          </a:ln>
        </p:spPr>
        <p:txBody>
          <a:bodyPr lIns="38100" tIns="38100" rIns="38100" bIns="38100" anchor="b" anchorCtr="0">
            <a:noAutofit/>
          </a:bodyPr>
          <a:lstStyle/>
          <a:p>
            <a:pPr marL="0" marR="0" lvl="0" indent="0" algn="ctr" rtl="0">
              <a:lnSpc>
                <a:spcPct val="100000"/>
              </a:lnSpc>
              <a:spcBef>
                <a:spcPts val="0"/>
              </a:spcBef>
              <a:spcAft>
                <a:spcPts val="0"/>
              </a:spcAft>
              <a:buClr>
                <a:srgbClr val="FF00FF"/>
              </a:buClr>
              <a:buSzPct val="25000"/>
              <a:buFont typeface="Cabin"/>
              <a:buNone/>
            </a:pPr>
            <a:r>
              <a:rPr lang="en-US" sz="7600" u="none" strike="noStrike" cap="none" dirty="0">
                <a:solidFill>
                  <a:srgbClr val="FFD966"/>
                </a:solidFill>
                <a:latin typeface="Arial" charset="0"/>
                <a:ea typeface="Arial" charset="0"/>
                <a:cs typeface="Arial" charset="0"/>
                <a:sym typeface="Cabin"/>
              </a:rPr>
              <a:t>The Keyboard </a:t>
            </a:r>
            <a:r>
              <a:rPr lang="en-US" sz="7600" dirty="0">
                <a:solidFill>
                  <a:srgbClr val="FFD966"/>
                </a:solidFill>
                <a:latin typeface="Arial" charset="0"/>
                <a:ea typeface="Arial" charset="0"/>
                <a:cs typeface="Arial" charset="0"/>
                <a:sym typeface="Cabin"/>
              </a:rPr>
              <a:t>In </a:t>
            </a:r>
            <a:r>
              <a:rPr lang="en-US" sz="7600" dirty="0" err="1">
                <a:solidFill>
                  <a:srgbClr val="FFD966"/>
                </a:solidFill>
                <a:latin typeface="Arial" charset="0"/>
                <a:ea typeface="Arial" charset="0"/>
                <a:cs typeface="Arial" charset="0"/>
                <a:sym typeface="Cabin"/>
              </a:rPr>
              <a:t>PyGame</a:t>
            </a:r>
            <a:endParaRPr lang="en-US" sz="7600" u="none" strike="noStrike" cap="none" dirty="0">
              <a:solidFill>
                <a:srgbClr val="FFD966"/>
              </a:solidFill>
              <a:latin typeface="Arial" charset="0"/>
              <a:ea typeface="Arial" charset="0"/>
              <a:cs typeface="Arial" charset="0"/>
              <a:sym typeface="Cabin"/>
            </a:endParaRPr>
          </a:p>
        </p:txBody>
      </p:sp>
      <p:sp>
        <p:nvSpPr>
          <p:cNvPr id="2" name="TextBox 1">
            <a:extLst>
              <a:ext uri="{FF2B5EF4-FFF2-40B4-BE49-F238E27FC236}">
                <a16:creationId xmlns:a16="http://schemas.microsoft.com/office/drawing/2014/main" id="{A0CE1870-D9A7-CE49-8EC0-4A429F72ABEF}"/>
              </a:ext>
            </a:extLst>
          </p:cNvPr>
          <p:cNvSpPr txBox="1"/>
          <p:nvPr/>
        </p:nvSpPr>
        <p:spPr>
          <a:xfrm>
            <a:off x="621730" y="2217705"/>
            <a:ext cx="14623812" cy="2308324"/>
          </a:xfrm>
          <a:prstGeom prst="rect">
            <a:avLst/>
          </a:prstGeom>
          <a:noFill/>
        </p:spPr>
        <p:txBody>
          <a:bodyPr wrap="square" rtlCol="0">
            <a:spAutoFit/>
          </a:bodyPr>
          <a:lstStyle/>
          <a:p>
            <a:r>
              <a:rPr lang="en-US" sz="3600" dirty="0">
                <a:solidFill>
                  <a:schemeClr val="bg1"/>
                </a:solidFill>
              </a:rPr>
              <a:t>So far, when we wanted to ask the user to input something, we used the </a:t>
            </a:r>
            <a:r>
              <a:rPr lang="en-US" sz="3600" dirty="0">
                <a:solidFill>
                  <a:srgbClr val="00FF00"/>
                </a:solidFill>
              </a:rPr>
              <a:t>input() </a:t>
            </a:r>
            <a:r>
              <a:rPr lang="en-US" sz="3600" dirty="0">
                <a:solidFill>
                  <a:schemeClr val="bg1"/>
                </a:solidFill>
              </a:rPr>
              <a:t>function. This works fine, but the whole program has to stop and wait for the user to finish typing before moving on. That won’t work for most games! </a:t>
            </a:r>
          </a:p>
        </p:txBody>
      </p:sp>
      <p:pic>
        <p:nvPicPr>
          <p:cNvPr id="4" name="Picture 3">
            <a:extLst>
              <a:ext uri="{FF2B5EF4-FFF2-40B4-BE49-F238E27FC236}">
                <a16:creationId xmlns:a16="http://schemas.microsoft.com/office/drawing/2014/main" id="{835B79EC-DE62-5449-B009-84125382C2FE}"/>
              </a:ext>
            </a:extLst>
          </p:cNvPr>
          <p:cNvPicPr>
            <a:picLocks noChangeAspect="1"/>
          </p:cNvPicPr>
          <p:nvPr/>
        </p:nvPicPr>
        <p:blipFill>
          <a:blip r:embed="rId3"/>
          <a:stretch>
            <a:fillRect/>
          </a:stretch>
        </p:blipFill>
        <p:spPr>
          <a:xfrm>
            <a:off x="1105824" y="5695407"/>
            <a:ext cx="5264130" cy="1603167"/>
          </a:xfrm>
          <a:prstGeom prst="rect">
            <a:avLst/>
          </a:prstGeom>
        </p:spPr>
      </p:pic>
      <p:cxnSp>
        <p:nvCxnSpPr>
          <p:cNvPr id="6" name="Straight Arrow Connector 5">
            <a:extLst>
              <a:ext uri="{FF2B5EF4-FFF2-40B4-BE49-F238E27FC236}">
                <a16:creationId xmlns:a16="http://schemas.microsoft.com/office/drawing/2014/main" id="{5B61AF8A-0491-A240-A57D-EEDB7E10A617}"/>
              </a:ext>
            </a:extLst>
          </p:cNvPr>
          <p:cNvCxnSpPr/>
          <p:nvPr/>
        </p:nvCxnSpPr>
        <p:spPr>
          <a:xfrm flipH="1">
            <a:off x="6369954" y="6380615"/>
            <a:ext cx="2790671" cy="0"/>
          </a:xfrm>
          <a:prstGeom prst="straightConnector1">
            <a:avLst/>
          </a:prstGeom>
          <a:ln w="3492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0DD16989-AF26-BA41-8CFB-BFFDAE00BA4E}"/>
              </a:ext>
            </a:extLst>
          </p:cNvPr>
          <p:cNvSpPr txBox="1"/>
          <p:nvPr/>
        </p:nvSpPr>
        <p:spPr>
          <a:xfrm>
            <a:off x="9448799" y="6057449"/>
            <a:ext cx="6494085" cy="646331"/>
          </a:xfrm>
          <a:prstGeom prst="rect">
            <a:avLst/>
          </a:prstGeom>
          <a:noFill/>
        </p:spPr>
        <p:txBody>
          <a:bodyPr wrap="none" rtlCol="0">
            <a:spAutoFit/>
          </a:bodyPr>
          <a:lstStyle/>
          <a:p>
            <a:r>
              <a:rPr lang="en-US" sz="3600" dirty="0">
                <a:solidFill>
                  <a:schemeClr val="bg1"/>
                </a:solidFill>
              </a:rPr>
              <a:t>We could be here for a while…</a:t>
            </a:r>
          </a:p>
        </p:txBody>
      </p:sp>
    </p:spTree>
    <p:extLst>
      <p:ext uri="{BB962C8B-B14F-4D97-AF65-F5344CB8AC3E}">
        <p14:creationId xmlns:p14="http://schemas.microsoft.com/office/powerpoint/2010/main" val="936467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Shape 204"/>
          <p:cNvSpPr txBox="1">
            <a:spLocks noGrp="1"/>
          </p:cNvSpPr>
          <p:nvPr>
            <p:ph type="title"/>
          </p:nvPr>
        </p:nvSpPr>
        <p:spPr>
          <a:xfrm>
            <a:off x="1105824" y="482138"/>
            <a:ext cx="13931900" cy="1330959"/>
          </a:xfrm>
          <a:prstGeom prst="rect">
            <a:avLst/>
          </a:prstGeom>
          <a:noFill/>
          <a:ln>
            <a:noFill/>
          </a:ln>
        </p:spPr>
        <p:txBody>
          <a:bodyPr lIns="38100" tIns="38100" rIns="38100" bIns="38100" anchor="b" anchorCtr="0">
            <a:noAutofit/>
          </a:bodyPr>
          <a:lstStyle/>
          <a:p>
            <a:pPr marL="0" marR="0" lvl="0" indent="0" algn="ctr" rtl="0">
              <a:lnSpc>
                <a:spcPct val="100000"/>
              </a:lnSpc>
              <a:spcBef>
                <a:spcPts val="0"/>
              </a:spcBef>
              <a:spcAft>
                <a:spcPts val="0"/>
              </a:spcAft>
              <a:buClr>
                <a:srgbClr val="FF00FF"/>
              </a:buClr>
              <a:buSzPct val="25000"/>
              <a:buFont typeface="Cabin"/>
              <a:buNone/>
            </a:pPr>
            <a:r>
              <a:rPr lang="en-US" sz="7600" u="none" strike="noStrike" cap="none" dirty="0">
                <a:solidFill>
                  <a:srgbClr val="FFD966"/>
                </a:solidFill>
                <a:latin typeface="Arial" charset="0"/>
                <a:ea typeface="Arial" charset="0"/>
                <a:cs typeface="Arial" charset="0"/>
                <a:sym typeface="Cabin"/>
              </a:rPr>
              <a:t>The Keyboard </a:t>
            </a:r>
            <a:r>
              <a:rPr lang="en-US" sz="7600" dirty="0">
                <a:solidFill>
                  <a:srgbClr val="FFD966"/>
                </a:solidFill>
                <a:latin typeface="Arial" charset="0"/>
                <a:ea typeface="Arial" charset="0"/>
                <a:cs typeface="Arial" charset="0"/>
                <a:sym typeface="Cabin"/>
              </a:rPr>
              <a:t>In </a:t>
            </a:r>
            <a:r>
              <a:rPr lang="en-US" sz="7600" dirty="0" err="1">
                <a:solidFill>
                  <a:srgbClr val="FFD966"/>
                </a:solidFill>
                <a:latin typeface="Arial" charset="0"/>
                <a:ea typeface="Arial" charset="0"/>
                <a:cs typeface="Arial" charset="0"/>
                <a:sym typeface="Cabin"/>
              </a:rPr>
              <a:t>PyGame</a:t>
            </a:r>
            <a:endParaRPr lang="en-US" sz="7600" u="none" strike="noStrike" cap="none" dirty="0">
              <a:solidFill>
                <a:srgbClr val="FFD966"/>
              </a:solidFill>
              <a:latin typeface="Arial" charset="0"/>
              <a:ea typeface="Arial" charset="0"/>
              <a:cs typeface="Arial" charset="0"/>
              <a:sym typeface="Cabin"/>
            </a:endParaRPr>
          </a:p>
        </p:txBody>
      </p:sp>
      <p:sp>
        <p:nvSpPr>
          <p:cNvPr id="2" name="TextBox 1">
            <a:extLst>
              <a:ext uri="{FF2B5EF4-FFF2-40B4-BE49-F238E27FC236}">
                <a16:creationId xmlns:a16="http://schemas.microsoft.com/office/drawing/2014/main" id="{A0CE1870-D9A7-CE49-8EC0-4A429F72ABEF}"/>
              </a:ext>
            </a:extLst>
          </p:cNvPr>
          <p:cNvSpPr txBox="1"/>
          <p:nvPr/>
        </p:nvSpPr>
        <p:spPr>
          <a:xfrm>
            <a:off x="621730" y="2217705"/>
            <a:ext cx="14623812" cy="2308324"/>
          </a:xfrm>
          <a:prstGeom prst="rect">
            <a:avLst/>
          </a:prstGeom>
          <a:noFill/>
        </p:spPr>
        <p:txBody>
          <a:bodyPr wrap="square" rtlCol="0">
            <a:spAutoFit/>
          </a:bodyPr>
          <a:lstStyle/>
          <a:p>
            <a:r>
              <a:rPr lang="en-US" sz="3600" dirty="0">
                <a:solidFill>
                  <a:schemeClr val="bg1"/>
                </a:solidFill>
              </a:rPr>
              <a:t>Luckily for us, </a:t>
            </a:r>
            <a:r>
              <a:rPr lang="en-US" sz="3600" dirty="0" err="1">
                <a:solidFill>
                  <a:schemeClr val="bg1"/>
                </a:solidFill>
              </a:rPr>
              <a:t>PyGame</a:t>
            </a:r>
            <a:r>
              <a:rPr lang="en-US" sz="3600" dirty="0">
                <a:solidFill>
                  <a:schemeClr val="bg1"/>
                </a:solidFill>
              </a:rPr>
              <a:t> has a solution! Remember </a:t>
            </a:r>
            <a:r>
              <a:rPr lang="en-US" sz="3600" dirty="0" err="1">
                <a:solidFill>
                  <a:srgbClr val="00FF00"/>
                </a:solidFill>
              </a:rPr>
              <a:t>pygame.event.get</a:t>
            </a:r>
            <a:r>
              <a:rPr lang="en-US" sz="3600" dirty="0">
                <a:solidFill>
                  <a:srgbClr val="00FF00"/>
                </a:solidFill>
              </a:rPr>
              <a:t>()</a:t>
            </a:r>
            <a:r>
              <a:rPr lang="en-US" sz="3600" dirty="0">
                <a:solidFill>
                  <a:schemeClr val="bg1"/>
                </a:solidFill>
              </a:rPr>
              <a:t>? One of the types of events that it can “listen” for is a key being pressed on the keyboard. Here is an example (using the arrow keys):</a:t>
            </a:r>
          </a:p>
        </p:txBody>
      </p:sp>
      <p:pic>
        <p:nvPicPr>
          <p:cNvPr id="13" name="Picture 12">
            <a:extLst>
              <a:ext uri="{FF2B5EF4-FFF2-40B4-BE49-F238E27FC236}">
                <a16:creationId xmlns:a16="http://schemas.microsoft.com/office/drawing/2014/main" id="{F62637FF-0921-EC47-8655-229746D7B17B}"/>
              </a:ext>
            </a:extLst>
          </p:cNvPr>
          <p:cNvPicPr>
            <a:picLocks noChangeAspect="1"/>
          </p:cNvPicPr>
          <p:nvPr/>
        </p:nvPicPr>
        <p:blipFill>
          <a:blip r:embed="rId3"/>
          <a:stretch>
            <a:fillRect/>
          </a:stretch>
        </p:blipFill>
        <p:spPr>
          <a:xfrm>
            <a:off x="1401109" y="4857750"/>
            <a:ext cx="13342842" cy="3569073"/>
          </a:xfrm>
          <a:prstGeom prst="rect">
            <a:avLst/>
          </a:prstGeom>
        </p:spPr>
      </p:pic>
    </p:spTree>
    <p:extLst>
      <p:ext uri="{BB962C8B-B14F-4D97-AF65-F5344CB8AC3E}">
        <p14:creationId xmlns:p14="http://schemas.microsoft.com/office/powerpoint/2010/main" val="14484661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Shape 204"/>
          <p:cNvSpPr txBox="1">
            <a:spLocks noGrp="1"/>
          </p:cNvSpPr>
          <p:nvPr>
            <p:ph type="title"/>
          </p:nvPr>
        </p:nvSpPr>
        <p:spPr>
          <a:xfrm>
            <a:off x="1105824" y="482138"/>
            <a:ext cx="13931900" cy="1330959"/>
          </a:xfrm>
          <a:prstGeom prst="rect">
            <a:avLst/>
          </a:prstGeom>
          <a:noFill/>
          <a:ln>
            <a:noFill/>
          </a:ln>
        </p:spPr>
        <p:txBody>
          <a:bodyPr lIns="38100" tIns="38100" rIns="38100" bIns="38100" anchor="b" anchorCtr="0">
            <a:noAutofit/>
          </a:bodyPr>
          <a:lstStyle/>
          <a:p>
            <a:pPr marL="0" marR="0" lvl="0" indent="0" algn="ctr" rtl="0">
              <a:lnSpc>
                <a:spcPct val="100000"/>
              </a:lnSpc>
              <a:spcBef>
                <a:spcPts val="0"/>
              </a:spcBef>
              <a:spcAft>
                <a:spcPts val="0"/>
              </a:spcAft>
              <a:buClr>
                <a:srgbClr val="FF00FF"/>
              </a:buClr>
              <a:buSzPct val="25000"/>
              <a:buFont typeface="Cabin"/>
              <a:buNone/>
            </a:pPr>
            <a:r>
              <a:rPr lang="en-US" sz="7600" u="none" strike="noStrike" cap="none" dirty="0">
                <a:solidFill>
                  <a:srgbClr val="FFD966"/>
                </a:solidFill>
                <a:latin typeface="Arial" charset="0"/>
                <a:ea typeface="Arial" charset="0"/>
                <a:cs typeface="Arial" charset="0"/>
                <a:sym typeface="Cabin"/>
              </a:rPr>
              <a:t>The Keyboard</a:t>
            </a:r>
          </a:p>
        </p:txBody>
      </p:sp>
      <p:sp>
        <p:nvSpPr>
          <p:cNvPr id="2" name="TextBox 1">
            <a:extLst>
              <a:ext uri="{FF2B5EF4-FFF2-40B4-BE49-F238E27FC236}">
                <a16:creationId xmlns:a16="http://schemas.microsoft.com/office/drawing/2014/main" id="{A0CE1870-D9A7-CE49-8EC0-4A429F72ABEF}"/>
              </a:ext>
            </a:extLst>
          </p:cNvPr>
          <p:cNvSpPr txBox="1"/>
          <p:nvPr/>
        </p:nvSpPr>
        <p:spPr>
          <a:xfrm>
            <a:off x="759868" y="4010647"/>
            <a:ext cx="14623812" cy="1754326"/>
          </a:xfrm>
          <a:prstGeom prst="rect">
            <a:avLst/>
          </a:prstGeom>
          <a:noFill/>
        </p:spPr>
        <p:txBody>
          <a:bodyPr wrap="square" rtlCol="0">
            <a:spAutoFit/>
          </a:bodyPr>
          <a:lstStyle/>
          <a:p>
            <a:r>
              <a:rPr lang="en-US" sz="3600" dirty="0">
                <a:solidFill>
                  <a:schemeClr val="bg1"/>
                </a:solidFill>
              </a:rPr>
              <a:t>Each key on the keyboard has its own ”code” in </a:t>
            </a:r>
            <a:r>
              <a:rPr lang="en-US" sz="3600" dirty="0" err="1">
                <a:solidFill>
                  <a:schemeClr val="bg1"/>
                </a:solidFill>
              </a:rPr>
              <a:t>PyGame</a:t>
            </a:r>
            <a:r>
              <a:rPr lang="en-US" sz="3600" dirty="0">
                <a:solidFill>
                  <a:schemeClr val="bg1"/>
                </a:solidFill>
              </a:rPr>
              <a:t>. For instance </a:t>
            </a:r>
            <a:r>
              <a:rPr lang="en-US" sz="3600" dirty="0">
                <a:solidFill>
                  <a:srgbClr val="00FF00"/>
                </a:solidFill>
              </a:rPr>
              <a:t>K_LEFT </a:t>
            </a:r>
            <a:r>
              <a:rPr lang="en-US" sz="3600" dirty="0">
                <a:solidFill>
                  <a:schemeClr val="bg1"/>
                </a:solidFill>
              </a:rPr>
              <a:t>is the left arrow key, while </a:t>
            </a:r>
            <a:r>
              <a:rPr lang="en-US" sz="3600" dirty="0" err="1">
                <a:solidFill>
                  <a:srgbClr val="00FF00"/>
                </a:solidFill>
              </a:rPr>
              <a:t>K_a</a:t>
            </a:r>
            <a:r>
              <a:rPr lang="en-US" sz="3600" dirty="0">
                <a:solidFill>
                  <a:schemeClr val="bg1"/>
                </a:solidFill>
              </a:rPr>
              <a:t> is the ”a” key. Let’s try this out for ourselves!</a:t>
            </a:r>
          </a:p>
        </p:txBody>
      </p:sp>
    </p:spTree>
    <p:extLst>
      <p:ext uri="{BB962C8B-B14F-4D97-AF65-F5344CB8AC3E}">
        <p14:creationId xmlns:p14="http://schemas.microsoft.com/office/powerpoint/2010/main" val="30690282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Shape 204"/>
          <p:cNvSpPr txBox="1">
            <a:spLocks noGrp="1"/>
          </p:cNvSpPr>
          <p:nvPr>
            <p:ph type="title"/>
          </p:nvPr>
        </p:nvSpPr>
        <p:spPr>
          <a:xfrm>
            <a:off x="1105824" y="192579"/>
            <a:ext cx="13931900" cy="1118062"/>
          </a:xfrm>
          <a:prstGeom prst="rect">
            <a:avLst/>
          </a:prstGeom>
          <a:noFill/>
          <a:ln>
            <a:noFill/>
          </a:ln>
        </p:spPr>
        <p:txBody>
          <a:bodyPr lIns="38100" tIns="38100" rIns="38100" bIns="38100" anchor="b" anchorCtr="0">
            <a:noAutofit/>
          </a:bodyPr>
          <a:lstStyle/>
          <a:p>
            <a:pPr marL="0" marR="0" lvl="0" indent="0" algn="ctr" rtl="0">
              <a:lnSpc>
                <a:spcPct val="100000"/>
              </a:lnSpc>
              <a:spcBef>
                <a:spcPts val="0"/>
              </a:spcBef>
              <a:spcAft>
                <a:spcPts val="0"/>
              </a:spcAft>
              <a:buClr>
                <a:srgbClr val="FF00FF"/>
              </a:buClr>
              <a:buSzPct val="25000"/>
              <a:buFont typeface="Cabin"/>
              <a:buNone/>
            </a:pPr>
            <a:r>
              <a:rPr lang="en-US" sz="7600" u="none" strike="noStrike" cap="none" dirty="0">
                <a:solidFill>
                  <a:srgbClr val="FFD966"/>
                </a:solidFill>
                <a:latin typeface="Arial" charset="0"/>
                <a:ea typeface="Arial" charset="0"/>
                <a:cs typeface="Arial" charset="0"/>
                <a:sym typeface="Cabin"/>
              </a:rPr>
              <a:t>Now You Try</a:t>
            </a:r>
          </a:p>
        </p:txBody>
      </p:sp>
      <p:sp>
        <p:nvSpPr>
          <p:cNvPr id="2" name="TextBox 1">
            <a:extLst>
              <a:ext uri="{FF2B5EF4-FFF2-40B4-BE49-F238E27FC236}">
                <a16:creationId xmlns:a16="http://schemas.microsoft.com/office/drawing/2014/main" id="{A0CE1870-D9A7-CE49-8EC0-4A429F72ABEF}"/>
              </a:ext>
            </a:extLst>
          </p:cNvPr>
          <p:cNvSpPr txBox="1"/>
          <p:nvPr/>
        </p:nvSpPr>
        <p:spPr>
          <a:xfrm>
            <a:off x="759868" y="1587487"/>
            <a:ext cx="14623812" cy="2308324"/>
          </a:xfrm>
          <a:prstGeom prst="rect">
            <a:avLst/>
          </a:prstGeom>
          <a:noFill/>
        </p:spPr>
        <p:txBody>
          <a:bodyPr wrap="square" rtlCol="0">
            <a:spAutoFit/>
          </a:bodyPr>
          <a:lstStyle/>
          <a:p>
            <a:r>
              <a:rPr lang="en-US" sz="3600" dirty="0">
                <a:solidFill>
                  <a:schemeClr val="bg1"/>
                </a:solidFill>
              </a:rPr>
              <a:t>I have given you a program which makes colored arrows appear whenever you press an arrow key. Change the program so that the correct arrows also light up when you use the “A”, “W”, “S”, and “D”. Keys. Here’s an example:</a:t>
            </a:r>
          </a:p>
        </p:txBody>
      </p:sp>
      <p:pic>
        <p:nvPicPr>
          <p:cNvPr id="3" name="arrow_keys">
            <a:hlinkClick r:id="" action="ppaction://media"/>
            <a:extLst>
              <a:ext uri="{FF2B5EF4-FFF2-40B4-BE49-F238E27FC236}">
                <a16:creationId xmlns:a16="http://schemas.microsoft.com/office/drawing/2014/main" id="{A612786F-7F6D-1646-AFAA-AEE70464625D}"/>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1670405" y="4341477"/>
            <a:ext cx="4978400" cy="4216400"/>
          </a:xfrm>
          <a:prstGeom prst="rect">
            <a:avLst/>
          </a:prstGeom>
        </p:spPr>
      </p:pic>
      <p:sp>
        <p:nvSpPr>
          <p:cNvPr id="6" name="TextBox 5">
            <a:extLst>
              <a:ext uri="{FF2B5EF4-FFF2-40B4-BE49-F238E27FC236}">
                <a16:creationId xmlns:a16="http://schemas.microsoft.com/office/drawing/2014/main" id="{C6A12E2E-6706-4E41-9C27-780CFAC4D67F}"/>
              </a:ext>
            </a:extLst>
          </p:cNvPr>
          <p:cNvSpPr txBox="1"/>
          <p:nvPr/>
        </p:nvSpPr>
        <p:spPr>
          <a:xfrm>
            <a:off x="7564324" y="4741517"/>
            <a:ext cx="5631723" cy="3416320"/>
          </a:xfrm>
          <a:prstGeom prst="rect">
            <a:avLst/>
          </a:prstGeom>
          <a:noFill/>
        </p:spPr>
        <p:txBody>
          <a:bodyPr wrap="square" rtlCol="0">
            <a:spAutoFit/>
          </a:bodyPr>
          <a:lstStyle/>
          <a:p>
            <a:r>
              <a:rPr lang="en-US" sz="3600" dirty="0">
                <a:solidFill>
                  <a:schemeClr val="bg1"/>
                </a:solidFill>
              </a:rPr>
              <a:t>Notes for your version:</a:t>
            </a:r>
          </a:p>
          <a:p>
            <a:endParaRPr lang="en-US" sz="3600" dirty="0">
              <a:solidFill>
                <a:schemeClr val="bg1"/>
              </a:solidFill>
            </a:endParaRPr>
          </a:p>
          <a:p>
            <a:r>
              <a:rPr lang="en-US" sz="3600" dirty="0">
                <a:solidFill>
                  <a:schemeClr val="bg1"/>
                </a:solidFill>
              </a:rPr>
              <a:t>“W” = up</a:t>
            </a:r>
          </a:p>
          <a:p>
            <a:r>
              <a:rPr lang="en-US" sz="3600" dirty="0">
                <a:solidFill>
                  <a:schemeClr val="bg1"/>
                </a:solidFill>
              </a:rPr>
              <a:t>“S” = down</a:t>
            </a:r>
          </a:p>
          <a:p>
            <a:r>
              <a:rPr lang="en-US" sz="3600" dirty="0">
                <a:solidFill>
                  <a:schemeClr val="bg1"/>
                </a:solidFill>
              </a:rPr>
              <a:t>“A” = left</a:t>
            </a:r>
          </a:p>
          <a:p>
            <a:r>
              <a:rPr lang="en-US" sz="3600" dirty="0">
                <a:solidFill>
                  <a:schemeClr val="bg1"/>
                </a:solidFill>
              </a:rPr>
              <a:t>“D” = right</a:t>
            </a:r>
          </a:p>
        </p:txBody>
      </p:sp>
    </p:spTree>
    <p:extLst>
      <p:ext uri="{BB962C8B-B14F-4D97-AF65-F5344CB8AC3E}">
        <p14:creationId xmlns:p14="http://schemas.microsoft.com/office/powerpoint/2010/main" val="6654868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9534"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Shape 204"/>
          <p:cNvSpPr txBox="1">
            <a:spLocks noGrp="1"/>
          </p:cNvSpPr>
          <p:nvPr>
            <p:ph type="title"/>
          </p:nvPr>
        </p:nvSpPr>
        <p:spPr>
          <a:prstGeom prst="rect">
            <a:avLst/>
          </a:prstGeom>
          <a:noFill/>
          <a:ln>
            <a:noFill/>
          </a:ln>
        </p:spPr>
        <p:txBody>
          <a:bodyPr lIns="38100" tIns="38100" rIns="38100" bIns="38100" anchor="b" anchorCtr="0">
            <a:noAutofit/>
          </a:bodyPr>
          <a:lstStyle/>
          <a:p>
            <a:pPr marL="0" marR="0" lvl="0" indent="0" algn="ctr" rtl="0">
              <a:lnSpc>
                <a:spcPct val="100000"/>
              </a:lnSpc>
              <a:spcBef>
                <a:spcPts val="0"/>
              </a:spcBef>
              <a:spcAft>
                <a:spcPts val="0"/>
              </a:spcAft>
              <a:buClr>
                <a:srgbClr val="FF00FF"/>
              </a:buClr>
              <a:buSzPct val="25000"/>
              <a:buFont typeface="Cabin"/>
              <a:buNone/>
            </a:pPr>
            <a:r>
              <a:rPr lang="en-US" sz="7600" u="none" strike="noStrike" cap="none" dirty="0">
                <a:solidFill>
                  <a:srgbClr val="FFD966"/>
                </a:solidFill>
                <a:latin typeface="Arial" charset="0"/>
                <a:ea typeface="Arial" charset="0"/>
                <a:cs typeface="Arial" charset="0"/>
                <a:sym typeface="Cabin"/>
              </a:rPr>
              <a:t>The Mouse</a:t>
            </a:r>
          </a:p>
        </p:txBody>
      </p:sp>
    </p:spTree>
    <p:extLst>
      <p:ext uri="{BB962C8B-B14F-4D97-AF65-F5344CB8AC3E}">
        <p14:creationId xmlns:p14="http://schemas.microsoft.com/office/powerpoint/2010/main" val="26633087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Shape 204"/>
          <p:cNvSpPr txBox="1">
            <a:spLocks noGrp="1"/>
          </p:cNvSpPr>
          <p:nvPr>
            <p:ph type="title"/>
          </p:nvPr>
        </p:nvSpPr>
        <p:spPr>
          <a:xfrm>
            <a:off x="1105824" y="482138"/>
            <a:ext cx="13931900" cy="1330959"/>
          </a:xfrm>
          <a:prstGeom prst="rect">
            <a:avLst/>
          </a:prstGeom>
          <a:noFill/>
          <a:ln>
            <a:noFill/>
          </a:ln>
        </p:spPr>
        <p:txBody>
          <a:bodyPr lIns="38100" tIns="38100" rIns="38100" bIns="38100" anchor="b" anchorCtr="0">
            <a:noAutofit/>
          </a:bodyPr>
          <a:lstStyle/>
          <a:p>
            <a:pPr marL="0" marR="0" lvl="0" indent="0" algn="ctr" rtl="0">
              <a:lnSpc>
                <a:spcPct val="100000"/>
              </a:lnSpc>
              <a:spcBef>
                <a:spcPts val="0"/>
              </a:spcBef>
              <a:spcAft>
                <a:spcPts val="0"/>
              </a:spcAft>
              <a:buClr>
                <a:srgbClr val="FF00FF"/>
              </a:buClr>
              <a:buSzPct val="25000"/>
              <a:buFont typeface="Cabin"/>
              <a:buNone/>
            </a:pPr>
            <a:r>
              <a:rPr lang="en-US" sz="7600" u="none" strike="noStrike" cap="none" dirty="0">
                <a:solidFill>
                  <a:srgbClr val="FFD966"/>
                </a:solidFill>
                <a:latin typeface="Arial" charset="0"/>
                <a:ea typeface="Arial" charset="0"/>
                <a:cs typeface="Arial" charset="0"/>
                <a:sym typeface="Cabin"/>
              </a:rPr>
              <a:t>The Mouse </a:t>
            </a:r>
            <a:r>
              <a:rPr lang="en-US" sz="7600" dirty="0">
                <a:solidFill>
                  <a:srgbClr val="FFD966"/>
                </a:solidFill>
                <a:latin typeface="Arial" charset="0"/>
                <a:ea typeface="Arial" charset="0"/>
                <a:cs typeface="Arial" charset="0"/>
                <a:sym typeface="Cabin"/>
              </a:rPr>
              <a:t>In </a:t>
            </a:r>
            <a:r>
              <a:rPr lang="en-US" sz="7600" dirty="0" err="1">
                <a:solidFill>
                  <a:srgbClr val="FFD966"/>
                </a:solidFill>
                <a:latin typeface="Arial" charset="0"/>
                <a:ea typeface="Arial" charset="0"/>
                <a:cs typeface="Arial" charset="0"/>
                <a:sym typeface="Cabin"/>
              </a:rPr>
              <a:t>PyGame</a:t>
            </a:r>
            <a:endParaRPr lang="en-US" sz="7600" u="none" strike="noStrike" cap="none" dirty="0">
              <a:solidFill>
                <a:srgbClr val="FFD966"/>
              </a:solidFill>
              <a:latin typeface="Arial" charset="0"/>
              <a:ea typeface="Arial" charset="0"/>
              <a:cs typeface="Arial" charset="0"/>
              <a:sym typeface="Cabin"/>
            </a:endParaRPr>
          </a:p>
        </p:txBody>
      </p:sp>
      <p:sp>
        <p:nvSpPr>
          <p:cNvPr id="2" name="TextBox 1">
            <a:extLst>
              <a:ext uri="{FF2B5EF4-FFF2-40B4-BE49-F238E27FC236}">
                <a16:creationId xmlns:a16="http://schemas.microsoft.com/office/drawing/2014/main" id="{A0CE1870-D9A7-CE49-8EC0-4A429F72ABEF}"/>
              </a:ext>
            </a:extLst>
          </p:cNvPr>
          <p:cNvSpPr txBox="1"/>
          <p:nvPr/>
        </p:nvSpPr>
        <p:spPr>
          <a:xfrm>
            <a:off x="621730" y="2217705"/>
            <a:ext cx="14623812" cy="1754326"/>
          </a:xfrm>
          <a:prstGeom prst="rect">
            <a:avLst/>
          </a:prstGeom>
          <a:noFill/>
        </p:spPr>
        <p:txBody>
          <a:bodyPr wrap="square" rtlCol="0">
            <a:spAutoFit/>
          </a:bodyPr>
          <a:lstStyle/>
          <a:p>
            <a:r>
              <a:rPr lang="en-US" sz="3600" dirty="0" err="1">
                <a:solidFill>
                  <a:schemeClr val="bg1"/>
                </a:solidFill>
              </a:rPr>
              <a:t>PyGame</a:t>
            </a:r>
            <a:r>
              <a:rPr lang="en-US" sz="3600" dirty="0">
                <a:solidFill>
                  <a:schemeClr val="bg1"/>
                </a:solidFill>
              </a:rPr>
              <a:t> also lets us control the mouse. Whenever we move the mouse or click a button, an event is triggered. We can find the (X, Y) position of the mouse pointer using this event, like this:</a:t>
            </a:r>
          </a:p>
        </p:txBody>
      </p:sp>
      <p:pic>
        <p:nvPicPr>
          <p:cNvPr id="5" name="Picture 4">
            <a:extLst>
              <a:ext uri="{FF2B5EF4-FFF2-40B4-BE49-F238E27FC236}">
                <a16:creationId xmlns:a16="http://schemas.microsoft.com/office/drawing/2014/main" id="{A06A9D01-3174-B94E-A59E-1917DE881F18}"/>
              </a:ext>
            </a:extLst>
          </p:cNvPr>
          <p:cNvPicPr>
            <a:picLocks noChangeAspect="1"/>
          </p:cNvPicPr>
          <p:nvPr/>
        </p:nvPicPr>
        <p:blipFill>
          <a:blip r:embed="rId3"/>
          <a:stretch>
            <a:fillRect/>
          </a:stretch>
        </p:blipFill>
        <p:spPr>
          <a:xfrm>
            <a:off x="621730" y="4376639"/>
            <a:ext cx="9745858" cy="3870890"/>
          </a:xfrm>
          <a:prstGeom prst="rect">
            <a:avLst/>
          </a:prstGeom>
        </p:spPr>
      </p:pic>
      <p:sp>
        <p:nvSpPr>
          <p:cNvPr id="10" name="TextBox 9">
            <a:extLst>
              <a:ext uri="{FF2B5EF4-FFF2-40B4-BE49-F238E27FC236}">
                <a16:creationId xmlns:a16="http://schemas.microsoft.com/office/drawing/2014/main" id="{4CC7F58B-B2B6-094A-87A8-7F7B632EFDBA}"/>
              </a:ext>
            </a:extLst>
          </p:cNvPr>
          <p:cNvSpPr txBox="1"/>
          <p:nvPr/>
        </p:nvSpPr>
        <p:spPr>
          <a:xfrm>
            <a:off x="10674154" y="4880923"/>
            <a:ext cx="5265094" cy="2862322"/>
          </a:xfrm>
          <a:prstGeom prst="rect">
            <a:avLst/>
          </a:prstGeom>
          <a:noFill/>
        </p:spPr>
        <p:txBody>
          <a:bodyPr wrap="square" rtlCol="0">
            <a:spAutoFit/>
          </a:bodyPr>
          <a:lstStyle/>
          <a:p>
            <a:r>
              <a:rPr lang="en-US" sz="3600" dirty="0">
                <a:solidFill>
                  <a:schemeClr val="bg1"/>
                </a:solidFill>
              </a:rPr>
              <a:t>Moving the mouse or clicking a mouse button are </a:t>
            </a:r>
            <a:r>
              <a:rPr lang="en-US" sz="3600" dirty="0">
                <a:solidFill>
                  <a:srgbClr val="00FF00"/>
                </a:solidFill>
              </a:rPr>
              <a:t>events</a:t>
            </a:r>
            <a:r>
              <a:rPr lang="en-US" sz="3600" dirty="0">
                <a:solidFill>
                  <a:schemeClr val="bg1"/>
                </a:solidFill>
              </a:rPr>
              <a:t>, just like pressing a key on the keyboard.</a:t>
            </a:r>
          </a:p>
        </p:txBody>
      </p:sp>
    </p:spTree>
    <p:extLst>
      <p:ext uri="{BB962C8B-B14F-4D97-AF65-F5344CB8AC3E}">
        <p14:creationId xmlns:p14="http://schemas.microsoft.com/office/powerpoint/2010/main" val="17830408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Shape 204"/>
          <p:cNvSpPr txBox="1">
            <a:spLocks noGrp="1"/>
          </p:cNvSpPr>
          <p:nvPr>
            <p:ph type="title"/>
          </p:nvPr>
        </p:nvSpPr>
        <p:spPr>
          <a:xfrm>
            <a:off x="1105824" y="482138"/>
            <a:ext cx="13931900" cy="1330959"/>
          </a:xfrm>
          <a:prstGeom prst="rect">
            <a:avLst/>
          </a:prstGeom>
          <a:noFill/>
          <a:ln>
            <a:noFill/>
          </a:ln>
        </p:spPr>
        <p:txBody>
          <a:bodyPr lIns="38100" tIns="38100" rIns="38100" bIns="38100" anchor="b" anchorCtr="0">
            <a:noAutofit/>
          </a:bodyPr>
          <a:lstStyle/>
          <a:p>
            <a:pPr marL="0" marR="0" lvl="0" indent="0" algn="ctr" rtl="0">
              <a:lnSpc>
                <a:spcPct val="100000"/>
              </a:lnSpc>
              <a:spcBef>
                <a:spcPts val="0"/>
              </a:spcBef>
              <a:spcAft>
                <a:spcPts val="0"/>
              </a:spcAft>
              <a:buClr>
                <a:srgbClr val="FF00FF"/>
              </a:buClr>
              <a:buSzPct val="25000"/>
              <a:buFont typeface="Cabin"/>
              <a:buNone/>
            </a:pPr>
            <a:r>
              <a:rPr lang="en-US" sz="7600" u="none" strike="noStrike" cap="none" dirty="0">
                <a:solidFill>
                  <a:srgbClr val="FFD966"/>
                </a:solidFill>
                <a:latin typeface="Arial" charset="0"/>
                <a:ea typeface="Arial" charset="0"/>
                <a:cs typeface="Arial" charset="0"/>
                <a:sym typeface="Cabin"/>
              </a:rPr>
              <a:t>What Can We Do With This?</a:t>
            </a:r>
          </a:p>
        </p:txBody>
      </p:sp>
      <p:sp>
        <p:nvSpPr>
          <p:cNvPr id="2" name="TextBox 1">
            <a:extLst>
              <a:ext uri="{FF2B5EF4-FFF2-40B4-BE49-F238E27FC236}">
                <a16:creationId xmlns:a16="http://schemas.microsoft.com/office/drawing/2014/main" id="{A0CE1870-D9A7-CE49-8EC0-4A429F72ABEF}"/>
              </a:ext>
            </a:extLst>
          </p:cNvPr>
          <p:cNvSpPr txBox="1"/>
          <p:nvPr/>
        </p:nvSpPr>
        <p:spPr>
          <a:xfrm>
            <a:off x="621730" y="2217705"/>
            <a:ext cx="14623812" cy="1200329"/>
          </a:xfrm>
          <a:prstGeom prst="rect">
            <a:avLst/>
          </a:prstGeom>
          <a:noFill/>
        </p:spPr>
        <p:txBody>
          <a:bodyPr wrap="square" rtlCol="0">
            <a:spAutoFit/>
          </a:bodyPr>
          <a:lstStyle/>
          <a:p>
            <a:r>
              <a:rPr lang="en-US" sz="3600" dirty="0">
                <a:solidFill>
                  <a:schemeClr val="bg1"/>
                </a:solidFill>
              </a:rPr>
              <a:t>The code on the last slide makes the cat from </a:t>
            </a:r>
            <a:r>
              <a:rPr lang="en-US" sz="3600" dirty="0" err="1">
                <a:solidFill>
                  <a:schemeClr val="bg1"/>
                </a:solidFill>
              </a:rPr>
              <a:t>catanimation.py</a:t>
            </a:r>
            <a:r>
              <a:rPr lang="en-US" sz="3600" dirty="0">
                <a:solidFill>
                  <a:schemeClr val="bg1"/>
                </a:solidFill>
              </a:rPr>
              <a:t> follow our mouse around on the screen! Like this: </a:t>
            </a:r>
          </a:p>
        </p:txBody>
      </p:sp>
      <p:pic>
        <p:nvPicPr>
          <p:cNvPr id="3" name="cat_and_mouse">
            <a:hlinkClick r:id="" action="ppaction://media"/>
            <a:extLst>
              <a:ext uri="{FF2B5EF4-FFF2-40B4-BE49-F238E27FC236}">
                <a16:creationId xmlns:a16="http://schemas.microsoft.com/office/drawing/2014/main" id="{C1F6F423-9297-D642-BBF4-25FFE7382D25}"/>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5201571" y="3822642"/>
            <a:ext cx="6205252" cy="4957965"/>
          </a:xfrm>
          <a:prstGeom prst="rect">
            <a:avLst/>
          </a:prstGeom>
        </p:spPr>
      </p:pic>
    </p:spTree>
    <p:extLst>
      <p:ext uri="{BB962C8B-B14F-4D97-AF65-F5344CB8AC3E}">
        <p14:creationId xmlns:p14="http://schemas.microsoft.com/office/powerpoint/2010/main" val="31265257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74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Shape 204"/>
          <p:cNvSpPr txBox="1">
            <a:spLocks noGrp="1"/>
          </p:cNvSpPr>
          <p:nvPr>
            <p:ph type="title"/>
          </p:nvPr>
        </p:nvSpPr>
        <p:spPr>
          <a:xfrm>
            <a:off x="1105824" y="482138"/>
            <a:ext cx="13931900" cy="1330959"/>
          </a:xfrm>
          <a:prstGeom prst="rect">
            <a:avLst/>
          </a:prstGeom>
          <a:noFill/>
          <a:ln>
            <a:noFill/>
          </a:ln>
        </p:spPr>
        <p:txBody>
          <a:bodyPr lIns="38100" tIns="38100" rIns="38100" bIns="38100" anchor="b" anchorCtr="0">
            <a:noAutofit/>
          </a:bodyPr>
          <a:lstStyle/>
          <a:p>
            <a:pPr marL="0" marR="0" lvl="0" indent="0" algn="ctr" rtl="0">
              <a:lnSpc>
                <a:spcPct val="100000"/>
              </a:lnSpc>
              <a:spcBef>
                <a:spcPts val="0"/>
              </a:spcBef>
              <a:spcAft>
                <a:spcPts val="0"/>
              </a:spcAft>
              <a:buClr>
                <a:srgbClr val="FF00FF"/>
              </a:buClr>
              <a:buSzPct val="25000"/>
              <a:buFont typeface="Cabin"/>
              <a:buNone/>
            </a:pPr>
            <a:r>
              <a:rPr lang="en-US" sz="7600" u="none" strike="noStrike" cap="none" dirty="0">
                <a:solidFill>
                  <a:srgbClr val="FFD966"/>
                </a:solidFill>
                <a:latin typeface="Arial" charset="0"/>
                <a:ea typeface="Arial" charset="0"/>
                <a:cs typeface="Arial" charset="0"/>
                <a:sym typeface="Cabin"/>
              </a:rPr>
              <a:t>Now You Try</a:t>
            </a:r>
          </a:p>
        </p:txBody>
      </p:sp>
      <p:sp>
        <p:nvSpPr>
          <p:cNvPr id="2" name="TextBox 1">
            <a:extLst>
              <a:ext uri="{FF2B5EF4-FFF2-40B4-BE49-F238E27FC236}">
                <a16:creationId xmlns:a16="http://schemas.microsoft.com/office/drawing/2014/main" id="{A0CE1870-D9A7-CE49-8EC0-4A429F72ABEF}"/>
              </a:ext>
            </a:extLst>
          </p:cNvPr>
          <p:cNvSpPr txBox="1"/>
          <p:nvPr/>
        </p:nvSpPr>
        <p:spPr>
          <a:xfrm>
            <a:off x="621730" y="2217705"/>
            <a:ext cx="14623812" cy="1200329"/>
          </a:xfrm>
          <a:prstGeom prst="rect">
            <a:avLst/>
          </a:prstGeom>
          <a:noFill/>
        </p:spPr>
        <p:txBody>
          <a:bodyPr wrap="square" rtlCol="0">
            <a:spAutoFit/>
          </a:bodyPr>
          <a:lstStyle/>
          <a:p>
            <a:r>
              <a:rPr lang="en-US" sz="3600" dirty="0">
                <a:solidFill>
                  <a:schemeClr val="bg1"/>
                </a:solidFill>
              </a:rPr>
              <a:t>See if you can use two rectangles to create a “giant square eyeball” that follows your mouse around the screen, like this:</a:t>
            </a:r>
          </a:p>
        </p:txBody>
      </p:sp>
      <p:pic>
        <p:nvPicPr>
          <p:cNvPr id="3" name="squareEye">
            <a:hlinkClick r:id="" action="ppaction://media"/>
            <a:extLst>
              <a:ext uri="{FF2B5EF4-FFF2-40B4-BE49-F238E27FC236}">
                <a16:creationId xmlns:a16="http://schemas.microsoft.com/office/drawing/2014/main" id="{270C8FB9-E03A-D049-B0B6-6284C65E56B2}"/>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5136488" y="3950048"/>
            <a:ext cx="5870571" cy="4667104"/>
          </a:xfrm>
          <a:prstGeom prst="rect">
            <a:avLst/>
          </a:prstGeom>
        </p:spPr>
      </p:pic>
    </p:spTree>
    <p:extLst>
      <p:ext uri="{BB962C8B-B14F-4D97-AF65-F5344CB8AC3E}">
        <p14:creationId xmlns:p14="http://schemas.microsoft.com/office/powerpoint/2010/main" val="35948338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23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Shape 204"/>
          <p:cNvSpPr txBox="1">
            <a:spLocks noGrp="1"/>
          </p:cNvSpPr>
          <p:nvPr>
            <p:ph type="title"/>
          </p:nvPr>
        </p:nvSpPr>
        <p:spPr>
          <a:xfrm>
            <a:off x="1155701" y="3840479"/>
            <a:ext cx="13931900" cy="1330959"/>
          </a:xfrm>
          <a:prstGeom prst="rect">
            <a:avLst/>
          </a:prstGeom>
          <a:noFill/>
          <a:ln>
            <a:noFill/>
          </a:ln>
        </p:spPr>
        <p:txBody>
          <a:bodyPr lIns="38100" tIns="38100" rIns="38100" bIns="38100" anchor="b" anchorCtr="0">
            <a:noAutofit/>
          </a:bodyPr>
          <a:lstStyle/>
          <a:p>
            <a:pPr marL="0" marR="0" lvl="0" indent="0" algn="ctr" rtl="0">
              <a:lnSpc>
                <a:spcPct val="100000"/>
              </a:lnSpc>
              <a:spcBef>
                <a:spcPts val="0"/>
              </a:spcBef>
              <a:spcAft>
                <a:spcPts val="0"/>
              </a:spcAft>
              <a:buClr>
                <a:srgbClr val="FF00FF"/>
              </a:buClr>
              <a:buSzPct val="25000"/>
              <a:buFont typeface="Cabin"/>
              <a:buNone/>
            </a:pPr>
            <a:r>
              <a:rPr lang="en-US" sz="7600" u="none" strike="noStrike" cap="none" dirty="0">
                <a:solidFill>
                  <a:srgbClr val="FFD966"/>
                </a:solidFill>
                <a:latin typeface="Arial" charset="0"/>
                <a:ea typeface="Arial" charset="0"/>
                <a:cs typeface="Arial" charset="0"/>
                <a:sym typeface="Cabin"/>
              </a:rPr>
              <a:t>Making A Real Game</a:t>
            </a:r>
          </a:p>
        </p:txBody>
      </p:sp>
    </p:spTree>
    <p:extLst>
      <p:ext uri="{BB962C8B-B14F-4D97-AF65-F5344CB8AC3E}">
        <p14:creationId xmlns:p14="http://schemas.microsoft.com/office/powerpoint/2010/main" val="19120647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Shape 204"/>
          <p:cNvSpPr txBox="1">
            <a:spLocks noGrp="1"/>
          </p:cNvSpPr>
          <p:nvPr>
            <p:ph type="title"/>
          </p:nvPr>
        </p:nvSpPr>
        <p:spPr>
          <a:xfrm>
            <a:off x="1105824" y="482138"/>
            <a:ext cx="13931900" cy="1330959"/>
          </a:xfrm>
          <a:prstGeom prst="rect">
            <a:avLst/>
          </a:prstGeom>
          <a:noFill/>
          <a:ln>
            <a:noFill/>
          </a:ln>
        </p:spPr>
        <p:txBody>
          <a:bodyPr lIns="38100" tIns="38100" rIns="38100" bIns="38100" anchor="b" anchorCtr="0">
            <a:noAutofit/>
          </a:bodyPr>
          <a:lstStyle/>
          <a:p>
            <a:pPr marL="0" marR="0" lvl="0" indent="0" algn="ctr" rtl="0">
              <a:lnSpc>
                <a:spcPct val="100000"/>
              </a:lnSpc>
              <a:spcBef>
                <a:spcPts val="0"/>
              </a:spcBef>
              <a:spcAft>
                <a:spcPts val="0"/>
              </a:spcAft>
              <a:buClr>
                <a:srgbClr val="FF00FF"/>
              </a:buClr>
              <a:buSzPct val="25000"/>
              <a:buFont typeface="Cabin"/>
              <a:buNone/>
            </a:pPr>
            <a:r>
              <a:rPr lang="en-US" sz="7600" u="none" strike="noStrike" cap="none" dirty="0">
                <a:solidFill>
                  <a:srgbClr val="FFD966"/>
                </a:solidFill>
                <a:latin typeface="Arial" charset="0"/>
                <a:ea typeface="Arial" charset="0"/>
                <a:cs typeface="Arial" charset="0"/>
                <a:sym typeface="Cabin"/>
              </a:rPr>
              <a:t>Bubble Pop – A Simple Game</a:t>
            </a:r>
          </a:p>
        </p:txBody>
      </p:sp>
      <p:sp>
        <p:nvSpPr>
          <p:cNvPr id="2" name="TextBox 1">
            <a:extLst>
              <a:ext uri="{FF2B5EF4-FFF2-40B4-BE49-F238E27FC236}">
                <a16:creationId xmlns:a16="http://schemas.microsoft.com/office/drawing/2014/main" id="{A0CE1870-D9A7-CE49-8EC0-4A429F72ABEF}"/>
              </a:ext>
            </a:extLst>
          </p:cNvPr>
          <p:cNvSpPr txBox="1"/>
          <p:nvPr/>
        </p:nvSpPr>
        <p:spPr>
          <a:xfrm>
            <a:off x="759868" y="2011697"/>
            <a:ext cx="14623812" cy="1200329"/>
          </a:xfrm>
          <a:prstGeom prst="rect">
            <a:avLst/>
          </a:prstGeom>
          <a:noFill/>
        </p:spPr>
        <p:txBody>
          <a:bodyPr wrap="square" rtlCol="0">
            <a:spAutoFit/>
          </a:bodyPr>
          <a:lstStyle/>
          <a:p>
            <a:r>
              <a:rPr lang="en-US" sz="3600" dirty="0">
                <a:solidFill>
                  <a:schemeClr val="bg1"/>
                </a:solidFill>
              </a:rPr>
              <a:t>By the end of next class, we will try to complete a game that looks like this:</a:t>
            </a:r>
          </a:p>
        </p:txBody>
      </p:sp>
      <p:pic>
        <p:nvPicPr>
          <p:cNvPr id="3" name="bubble_pop">
            <a:hlinkClick r:id="" action="ppaction://media"/>
            <a:extLst>
              <a:ext uri="{FF2B5EF4-FFF2-40B4-BE49-F238E27FC236}">
                <a16:creationId xmlns:a16="http://schemas.microsoft.com/office/drawing/2014/main" id="{902ACC3F-DA2D-B14F-BCEE-DA6BE5BABBC0}"/>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8087534" y="2995895"/>
            <a:ext cx="6950190" cy="5553167"/>
          </a:xfrm>
          <a:prstGeom prst="rect">
            <a:avLst/>
          </a:prstGeom>
        </p:spPr>
      </p:pic>
      <p:sp>
        <p:nvSpPr>
          <p:cNvPr id="5" name="TextBox 4">
            <a:extLst>
              <a:ext uri="{FF2B5EF4-FFF2-40B4-BE49-F238E27FC236}">
                <a16:creationId xmlns:a16="http://schemas.microsoft.com/office/drawing/2014/main" id="{4D020748-DE74-304D-B9B6-58FE5FACD00F}"/>
              </a:ext>
            </a:extLst>
          </p:cNvPr>
          <p:cNvSpPr txBox="1"/>
          <p:nvPr/>
        </p:nvSpPr>
        <p:spPr>
          <a:xfrm>
            <a:off x="598748" y="5111446"/>
            <a:ext cx="5552670" cy="1754326"/>
          </a:xfrm>
          <a:prstGeom prst="rect">
            <a:avLst/>
          </a:prstGeom>
          <a:noFill/>
        </p:spPr>
        <p:txBody>
          <a:bodyPr wrap="square" rtlCol="0">
            <a:spAutoFit/>
          </a:bodyPr>
          <a:lstStyle/>
          <a:p>
            <a:r>
              <a:rPr lang="en-US" sz="3600" dirty="0">
                <a:solidFill>
                  <a:schemeClr val="bg1"/>
                </a:solidFill>
              </a:rPr>
              <a:t>Don’t worry! I have given you some “starter code” in </a:t>
            </a:r>
            <a:r>
              <a:rPr lang="en-US" sz="3600" dirty="0" err="1">
                <a:solidFill>
                  <a:srgbClr val="00FF00"/>
                </a:solidFill>
              </a:rPr>
              <a:t>bubbles.py</a:t>
            </a:r>
            <a:endParaRPr lang="en-US" sz="3600" dirty="0">
              <a:solidFill>
                <a:srgbClr val="00FF00"/>
              </a:solidFill>
            </a:endParaRPr>
          </a:p>
        </p:txBody>
      </p:sp>
    </p:spTree>
    <p:extLst>
      <p:ext uri="{BB962C8B-B14F-4D97-AF65-F5344CB8AC3E}">
        <p14:creationId xmlns:p14="http://schemas.microsoft.com/office/powerpoint/2010/main" val="8912472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217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Shape 204"/>
          <p:cNvSpPr txBox="1">
            <a:spLocks noGrp="1"/>
          </p:cNvSpPr>
          <p:nvPr>
            <p:ph type="title"/>
          </p:nvPr>
        </p:nvSpPr>
        <p:spPr>
          <a:xfrm>
            <a:off x="1105824" y="482138"/>
            <a:ext cx="13931900" cy="1330959"/>
          </a:xfrm>
          <a:prstGeom prst="rect">
            <a:avLst/>
          </a:prstGeom>
          <a:noFill/>
          <a:ln>
            <a:noFill/>
          </a:ln>
        </p:spPr>
        <p:txBody>
          <a:bodyPr lIns="38100" tIns="38100" rIns="38100" bIns="38100" anchor="b" anchorCtr="0">
            <a:noAutofit/>
          </a:bodyPr>
          <a:lstStyle/>
          <a:p>
            <a:pPr marL="0" marR="0" lvl="0" indent="0" algn="ctr" rtl="0">
              <a:lnSpc>
                <a:spcPct val="100000"/>
              </a:lnSpc>
              <a:spcBef>
                <a:spcPts val="0"/>
              </a:spcBef>
              <a:spcAft>
                <a:spcPts val="0"/>
              </a:spcAft>
              <a:buClr>
                <a:srgbClr val="FF00FF"/>
              </a:buClr>
              <a:buSzPct val="25000"/>
              <a:buFont typeface="Cabin"/>
              <a:buNone/>
            </a:pPr>
            <a:r>
              <a:rPr lang="en-US" sz="7600" u="none" strike="noStrike" cap="none" dirty="0">
                <a:solidFill>
                  <a:srgbClr val="FFD966"/>
                </a:solidFill>
                <a:latin typeface="Arial" charset="0"/>
                <a:ea typeface="Arial" charset="0"/>
                <a:cs typeface="Arial" charset="0"/>
                <a:sym typeface="Cabin"/>
              </a:rPr>
              <a:t>Taking It To The Next Level</a:t>
            </a:r>
          </a:p>
        </p:txBody>
      </p:sp>
      <p:sp>
        <p:nvSpPr>
          <p:cNvPr id="2" name="TextBox 1">
            <a:extLst>
              <a:ext uri="{FF2B5EF4-FFF2-40B4-BE49-F238E27FC236}">
                <a16:creationId xmlns:a16="http://schemas.microsoft.com/office/drawing/2014/main" id="{A0CE1870-D9A7-CE49-8EC0-4A429F72ABEF}"/>
              </a:ext>
            </a:extLst>
          </p:cNvPr>
          <p:cNvSpPr txBox="1"/>
          <p:nvPr/>
        </p:nvSpPr>
        <p:spPr>
          <a:xfrm>
            <a:off x="759868" y="3284685"/>
            <a:ext cx="14623812" cy="5078313"/>
          </a:xfrm>
          <a:prstGeom prst="rect">
            <a:avLst/>
          </a:prstGeom>
          <a:noFill/>
        </p:spPr>
        <p:txBody>
          <a:bodyPr wrap="square" rtlCol="0">
            <a:spAutoFit/>
          </a:bodyPr>
          <a:lstStyle/>
          <a:p>
            <a:r>
              <a:rPr lang="en-US" sz="3600" dirty="0">
                <a:solidFill>
                  <a:schemeClr val="bg1"/>
                </a:solidFill>
              </a:rPr>
              <a:t>We don’t have to stop here! You can enhance your programs even more by adding sounds. Maybe the program can play a popping sound whenever we touch a bubble? Maybe there can be some music?</a:t>
            </a:r>
          </a:p>
          <a:p>
            <a:endParaRPr lang="en-US" sz="3600" dirty="0">
              <a:solidFill>
                <a:schemeClr val="bg1"/>
              </a:solidFill>
            </a:endParaRPr>
          </a:p>
          <a:p>
            <a:r>
              <a:rPr lang="en-US" sz="3600" dirty="0">
                <a:solidFill>
                  <a:schemeClr val="bg1"/>
                </a:solidFill>
              </a:rPr>
              <a:t>Maybe we can show the user their “score”? The possibilities are endless.</a:t>
            </a:r>
          </a:p>
          <a:p>
            <a:endParaRPr lang="en-US" sz="3600" dirty="0">
              <a:solidFill>
                <a:schemeClr val="bg1"/>
              </a:solidFill>
            </a:endParaRPr>
          </a:p>
          <a:p>
            <a:r>
              <a:rPr lang="en-US" sz="3600" dirty="0">
                <a:solidFill>
                  <a:schemeClr val="bg1"/>
                </a:solidFill>
              </a:rPr>
              <a:t>And remember, you can keep learning on your own. Everything you need to know about </a:t>
            </a:r>
            <a:r>
              <a:rPr lang="en-US" sz="3600" dirty="0" err="1">
                <a:solidFill>
                  <a:schemeClr val="bg1"/>
                </a:solidFill>
              </a:rPr>
              <a:t>PyGame</a:t>
            </a:r>
            <a:r>
              <a:rPr lang="en-US" sz="3600" dirty="0">
                <a:solidFill>
                  <a:schemeClr val="bg1"/>
                </a:solidFill>
              </a:rPr>
              <a:t> is here: </a:t>
            </a:r>
            <a:r>
              <a:rPr lang="en-US" sz="3600" dirty="0">
                <a:solidFill>
                  <a:schemeClr val="bg1"/>
                </a:solidFill>
                <a:hlinkClick r:id="rId3"/>
              </a:rPr>
              <a:t>https://www.pygame.org/</a:t>
            </a:r>
            <a:endParaRPr lang="en-US" sz="3600" dirty="0">
              <a:solidFill>
                <a:schemeClr val="bg1"/>
              </a:solidFill>
            </a:endParaRPr>
          </a:p>
        </p:txBody>
      </p:sp>
    </p:spTree>
    <p:extLst>
      <p:ext uri="{BB962C8B-B14F-4D97-AF65-F5344CB8AC3E}">
        <p14:creationId xmlns:p14="http://schemas.microsoft.com/office/powerpoint/2010/main" val="28746779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Shape 204"/>
          <p:cNvSpPr txBox="1">
            <a:spLocks noGrp="1"/>
          </p:cNvSpPr>
          <p:nvPr>
            <p:ph type="title"/>
          </p:nvPr>
        </p:nvSpPr>
        <p:spPr>
          <a:xfrm>
            <a:off x="998248" y="3083859"/>
            <a:ext cx="13931900" cy="2689412"/>
          </a:xfrm>
          <a:prstGeom prst="rect">
            <a:avLst/>
          </a:prstGeom>
          <a:noFill/>
          <a:ln>
            <a:noFill/>
          </a:ln>
        </p:spPr>
        <p:txBody>
          <a:bodyPr lIns="38100" tIns="38100" rIns="38100" bIns="38100" anchor="b" anchorCtr="0">
            <a:noAutofit/>
          </a:bodyPr>
          <a:lstStyle/>
          <a:p>
            <a:pPr marL="0" marR="0" lvl="0" indent="0" algn="ctr" rtl="0">
              <a:lnSpc>
                <a:spcPct val="100000"/>
              </a:lnSpc>
              <a:spcBef>
                <a:spcPts val="0"/>
              </a:spcBef>
              <a:spcAft>
                <a:spcPts val="0"/>
              </a:spcAft>
              <a:buClr>
                <a:srgbClr val="FF00FF"/>
              </a:buClr>
              <a:buSzPct val="25000"/>
              <a:buFont typeface="Cabin"/>
              <a:buNone/>
            </a:pPr>
            <a:r>
              <a:rPr lang="en-US" sz="7600" u="none" strike="noStrike" cap="none" dirty="0">
                <a:solidFill>
                  <a:srgbClr val="FFD966"/>
                </a:solidFill>
                <a:latin typeface="Arial" charset="0"/>
                <a:ea typeface="Arial" charset="0"/>
                <a:cs typeface="Arial" charset="0"/>
                <a:sym typeface="Cabin"/>
              </a:rPr>
              <a:t>That’s it! Check your homework ^_^</a:t>
            </a:r>
          </a:p>
        </p:txBody>
      </p:sp>
    </p:spTree>
    <p:extLst>
      <p:ext uri="{BB962C8B-B14F-4D97-AF65-F5344CB8AC3E}">
        <p14:creationId xmlns:p14="http://schemas.microsoft.com/office/powerpoint/2010/main" val="520628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547"/>
        <p:cNvGrpSpPr/>
        <p:nvPr/>
      </p:nvGrpSpPr>
      <p:grpSpPr>
        <a:xfrm>
          <a:off x="0" y="0"/>
          <a:ext cx="0" cy="0"/>
          <a:chOff x="0" y="0"/>
          <a:chExt cx="0" cy="0"/>
        </a:xfrm>
      </p:grpSpPr>
      <p:sp>
        <p:nvSpPr>
          <p:cNvPr id="548" name="Shape 548"/>
          <p:cNvSpPr txBox="1">
            <a:spLocks noGrp="1"/>
          </p:cNvSpPr>
          <p:nvPr>
            <p:ph type="title"/>
          </p:nvPr>
        </p:nvSpPr>
        <p:spPr>
          <a:prstGeom prst="rect">
            <a:avLst/>
          </a:prstGeom>
        </p:spPr>
        <p:txBody>
          <a:bodyPr lIns="91425" tIns="91425" rIns="91425" bIns="91425" anchor="ctr" anchorCtr="0">
            <a:noAutofit/>
          </a:bodyPr>
          <a:lstStyle/>
          <a:p>
            <a:pPr lvl="0" rtl="0">
              <a:spcBef>
                <a:spcPts val="0"/>
              </a:spcBef>
              <a:buNone/>
            </a:pPr>
            <a:r>
              <a:rPr lang="en-US" sz="3600" dirty="0">
                <a:solidFill>
                  <a:srgbClr val="FFFF00"/>
                </a:solidFill>
              </a:rPr>
              <a:t>Acknowledgements / Contributions</a:t>
            </a:r>
          </a:p>
        </p:txBody>
      </p:sp>
      <p:sp>
        <p:nvSpPr>
          <p:cNvPr id="549" name="Shape 549"/>
          <p:cNvSpPr txBox="1"/>
          <p:nvPr/>
        </p:nvSpPr>
        <p:spPr>
          <a:xfrm>
            <a:off x="1155700" y="2171403"/>
            <a:ext cx="6797699" cy="5943897"/>
          </a:xfrm>
          <a:prstGeom prst="rect">
            <a:avLst/>
          </a:prstGeom>
          <a:noFill/>
          <a:ln>
            <a:noFill/>
          </a:ln>
        </p:spPr>
        <p:txBody>
          <a:bodyPr lIns="91425" tIns="91425" rIns="91425" bIns="91425" anchor="t" anchorCtr="0">
            <a:noAutofit/>
          </a:bodyPr>
          <a:lstStyle/>
          <a:p>
            <a:pPr lvl="0" rtl="0">
              <a:spcBef>
                <a:spcPts val="0"/>
              </a:spcBef>
              <a:buNone/>
            </a:pPr>
            <a:r>
              <a:rPr lang="en-US" sz="1800" dirty="0">
                <a:solidFill>
                  <a:srgbClr val="FFFFFF"/>
                </a:solidFill>
              </a:rPr>
              <a:t>These slides are Copyright 2010-  Charles R. Severance (</a:t>
            </a:r>
            <a:r>
              <a:rPr lang="en-US" sz="1800" u="sng" dirty="0">
                <a:solidFill>
                  <a:srgbClr val="FFFF00"/>
                </a:solidFill>
                <a:hlinkClick r:id="rId3"/>
              </a:rPr>
              <a:t>www.dr-chuck.com</a:t>
            </a:r>
            <a:r>
              <a:rPr lang="en-US" sz="1800" dirty="0">
                <a:solidFill>
                  <a:srgbClr val="FFFFFF"/>
                </a:solidFill>
              </a:rPr>
              <a:t>) of the University of Michigan School of Information and made available under a Creative Commons Attribution 4.0 License.  Please maintain this last slide in all copies of the document to comply with the attribution requirements of the license.  If you make a change, feel free to add your name and organization to the list of contributors on this page as you republish the materials.</a:t>
            </a:r>
          </a:p>
          <a:p>
            <a:pPr lvl="0" rtl="0">
              <a:spcBef>
                <a:spcPts val="0"/>
              </a:spcBef>
              <a:buNone/>
            </a:pPr>
            <a:endParaRPr sz="1800" dirty="0">
              <a:solidFill>
                <a:srgbClr val="FFFFFF"/>
              </a:solidFill>
            </a:endParaRPr>
          </a:p>
          <a:p>
            <a:pPr lvl="0" rtl="0">
              <a:spcBef>
                <a:spcPts val="0"/>
              </a:spcBef>
              <a:buNone/>
            </a:pPr>
            <a:r>
              <a:rPr lang="en-US" sz="1800" dirty="0">
                <a:solidFill>
                  <a:srgbClr val="FFFFFF"/>
                </a:solidFill>
              </a:rPr>
              <a:t>Initial Development: Charles Severance, University of Michigan School of Information</a:t>
            </a:r>
          </a:p>
          <a:p>
            <a:pPr lvl="0" rtl="0">
              <a:spcBef>
                <a:spcPts val="0"/>
              </a:spcBef>
              <a:buNone/>
            </a:pPr>
            <a:endParaRPr sz="1800" dirty="0">
              <a:solidFill>
                <a:srgbClr val="FFFFFF"/>
              </a:solidFill>
            </a:endParaRPr>
          </a:p>
          <a:p>
            <a:pPr lvl="0" rtl="0">
              <a:spcBef>
                <a:spcPts val="0"/>
              </a:spcBef>
              <a:buNone/>
            </a:pPr>
            <a:r>
              <a:rPr lang="en-US" sz="1800" dirty="0">
                <a:solidFill>
                  <a:srgbClr val="FFFFFF"/>
                </a:solidFill>
              </a:rPr>
              <a:t>This deck uses the style and formatting of Charles R. Severance’s slides, but some of the content and code is borrowed from the wonderful book </a:t>
            </a:r>
            <a:r>
              <a:rPr lang="en-US" sz="1800" i="1" dirty="0">
                <a:solidFill>
                  <a:srgbClr val="FFFFFF"/>
                </a:solidFill>
              </a:rPr>
              <a:t>Making Games with Python &amp; </a:t>
            </a:r>
            <a:r>
              <a:rPr lang="en-US" sz="1800" i="1" dirty="0" err="1">
                <a:solidFill>
                  <a:srgbClr val="FFFFFF"/>
                </a:solidFill>
              </a:rPr>
              <a:t>Pygame</a:t>
            </a:r>
            <a:r>
              <a:rPr lang="en-US" sz="1800" dirty="0">
                <a:solidFill>
                  <a:srgbClr val="FFFFFF"/>
                </a:solidFill>
              </a:rPr>
              <a:t> by Al </a:t>
            </a:r>
            <a:r>
              <a:rPr lang="en-US" sz="1800" dirty="0" err="1">
                <a:solidFill>
                  <a:srgbClr val="FFFFFF"/>
                </a:solidFill>
              </a:rPr>
              <a:t>Sweigart</a:t>
            </a:r>
            <a:r>
              <a:rPr lang="en-US" sz="1800" dirty="0">
                <a:solidFill>
                  <a:srgbClr val="FFFFFF"/>
                </a:solidFill>
              </a:rPr>
              <a:t>. Like Charles Severance and Al </a:t>
            </a:r>
            <a:r>
              <a:rPr lang="en-US" sz="1800" dirty="0" err="1">
                <a:solidFill>
                  <a:srgbClr val="FFFFFF"/>
                </a:solidFill>
              </a:rPr>
              <a:t>Sweigart</a:t>
            </a:r>
            <a:r>
              <a:rPr lang="en-US" sz="1800" dirty="0">
                <a:solidFill>
                  <a:srgbClr val="FFFFFF"/>
                </a:solidFill>
              </a:rPr>
              <a:t>, I license these slides and all associated content under a CC license. </a:t>
            </a:r>
            <a:endParaRPr sz="1800" dirty="0">
              <a:solidFill>
                <a:srgbClr val="FFFFFF"/>
              </a:solidFill>
            </a:endParaRPr>
          </a:p>
        </p:txBody>
      </p:sp>
      <p:pic>
        <p:nvPicPr>
          <p:cNvPr id="551" name="Shape 551"/>
          <p:cNvPicPr preferRelativeResize="0"/>
          <p:nvPr/>
        </p:nvPicPr>
        <p:blipFill rotWithShape="1">
          <a:blip r:embed="rId4" cstate="email">
            <a:alphaModFix/>
            <a:extLst>
              <a:ext uri="{28A0092B-C50C-407E-A947-70E740481C1C}">
                <a14:useLocalDpi xmlns:a14="http://schemas.microsoft.com/office/drawing/2010/main"/>
              </a:ext>
            </a:extLst>
          </a:blip>
          <a:srcRect/>
          <a:stretch/>
        </p:blipFill>
        <p:spPr>
          <a:xfrm>
            <a:off x="13897687" y="1170103"/>
            <a:ext cx="1968599" cy="668400"/>
          </a:xfrm>
          <a:prstGeom prst="rect">
            <a:avLst/>
          </a:prstGeom>
          <a:noFill/>
          <a:ln>
            <a:noFill/>
          </a:ln>
        </p:spPr>
      </p:pic>
    </p:spTree>
    <p:extLst>
      <p:ext uri="{BB962C8B-B14F-4D97-AF65-F5344CB8AC3E}">
        <p14:creationId xmlns:p14="http://schemas.microsoft.com/office/powerpoint/2010/main" val="523246886"/>
      </p:ext>
    </p:extLst>
  </p:cSld>
  <p:clrMapOvr>
    <a:masterClrMapping/>
  </p:clrMapOvr>
</p:sld>
</file>

<file path=ppt/theme/theme1.xml><?xml version="1.0" encoding="utf-8"?>
<a:theme xmlns:a="http://schemas.openxmlformats.org/drawingml/2006/main" name="Title &amp; Subtitle">
  <a:themeElements>
    <a:clrScheme name="">
      <a:dk1>
        <a:srgbClr val="808080"/>
      </a:dk1>
      <a:lt1>
        <a:srgbClr val="FFFFFF"/>
      </a:lt1>
      <a:dk2>
        <a:srgbClr val="000000"/>
      </a:dk2>
      <a:lt2>
        <a:srgbClr val="000000"/>
      </a:lt2>
      <a:accent1>
        <a:srgbClr val="BBE0E3"/>
      </a:accent1>
      <a:accent2>
        <a:srgbClr val="333399"/>
      </a:accent2>
      <a:accent3>
        <a:srgbClr val="AAAAAA"/>
      </a:accent3>
      <a:accent4>
        <a:srgbClr val="DADADA"/>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2195</TotalTime>
  <Words>1248</Words>
  <Application>Microsoft Macintosh PowerPoint</Application>
  <PresentationFormat>Custom</PresentationFormat>
  <Paragraphs>58</Paragraphs>
  <Slides>15</Slides>
  <Notes>15</Notes>
  <HiddenSlides>0</HiddenSlides>
  <MMClips>4</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Cabin</vt:lpstr>
      <vt:lpstr>ヒラギノ角ゴ ProN W3</vt:lpstr>
      <vt:lpstr>Arial</vt:lpstr>
      <vt:lpstr>Gill Sans</vt:lpstr>
      <vt:lpstr>Title &amp; Subtitle</vt:lpstr>
      <vt:lpstr>Keyboard and Mouse Input</vt:lpstr>
      <vt:lpstr>The Keyboard</vt:lpstr>
      <vt:lpstr>The Keyboard In PyGame</vt:lpstr>
      <vt:lpstr>The Keyboard In PyGame</vt:lpstr>
      <vt:lpstr>The Keyboard</vt:lpstr>
      <vt:lpstr>Now You Try</vt:lpstr>
      <vt:lpstr>The Mouse</vt:lpstr>
      <vt:lpstr>The Mouse In PyGame</vt:lpstr>
      <vt:lpstr>What Can We Do With This?</vt:lpstr>
      <vt:lpstr>Now You Try</vt:lpstr>
      <vt:lpstr>Making A Real Game</vt:lpstr>
      <vt:lpstr>Bubble Pop – A Simple Game</vt:lpstr>
      <vt:lpstr>Taking It To The Next Level</vt:lpstr>
      <vt:lpstr>That’s it! Check your homework ^_^</vt:lpstr>
      <vt:lpstr>Acknowledgements / Contributions</vt:lpstr>
    </vt:vector>
  </TitlesOfParts>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Functions</dc:title>
  <cp:lastModifiedBy>Microsoft Office User</cp:lastModifiedBy>
  <cp:revision>227</cp:revision>
  <dcterms:modified xsi:type="dcterms:W3CDTF">2018-12-29T02:49:58Z</dcterms:modified>
</cp:coreProperties>
</file>