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714" r:id="rId1"/>
  </p:sldMasterIdLst>
  <p:notesMasterIdLst>
    <p:notesMasterId r:id="rId58"/>
  </p:notesMasterIdLst>
  <p:sldIdLst>
    <p:sldId id="256" r:id="rId2"/>
    <p:sldId id="257" r:id="rId3"/>
    <p:sldId id="258" r:id="rId4"/>
    <p:sldId id="291" r:id="rId5"/>
    <p:sldId id="343" r:id="rId6"/>
    <p:sldId id="260" r:id="rId7"/>
    <p:sldId id="296" r:id="rId8"/>
    <p:sldId id="297" r:id="rId9"/>
    <p:sldId id="298" r:id="rId10"/>
    <p:sldId id="299" r:id="rId11"/>
    <p:sldId id="263" r:id="rId12"/>
    <p:sldId id="301" r:id="rId13"/>
    <p:sldId id="266" r:id="rId14"/>
    <p:sldId id="267" r:id="rId15"/>
    <p:sldId id="268" r:id="rId16"/>
    <p:sldId id="269" r:id="rId17"/>
    <p:sldId id="270" r:id="rId18"/>
    <p:sldId id="333" r:id="rId19"/>
    <p:sldId id="329" r:id="rId20"/>
    <p:sldId id="330" r:id="rId21"/>
    <p:sldId id="274" r:id="rId22"/>
    <p:sldId id="331" r:id="rId23"/>
    <p:sldId id="332" r:id="rId24"/>
    <p:sldId id="344" r:id="rId25"/>
    <p:sldId id="279" r:id="rId26"/>
    <p:sldId id="280" r:id="rId27"/>
    <p:sldId id="334" r:id="rId28"/>
    <p:sldId id="335" r:id="rId29"/>
    <p:sldId id="281" r:id="rId30"/>
    <p:sldId id="346" r:id="rId31"/>
    <p:sldId id="345" r:id="rId32"/>
    <p:sldId id="347" r:id="rId33"/>
    <p:sldId id="336" r:id="rId34"/>
    <p:sldId id="305" r:id="rId35"/>
    <p:sldId id="306" r:id="rId36"/>
    <p:sldId id="259" r:id="rId37"/>
    <p:sldId id="307" r:id="rId38"/>
    <p:sldId id="261" r:id="rId39"/>
    <p:sldId id="309" r:id="rId40"/>
    <p:sldId id="337" r:id="rId41"/>
    <p:sldId id="311" r:id="rId42"/>
    <p:sldId id="312" r:id="rId43"/>
    <p:sldId id="290" r:id="rId44"/>
    <p:sldId id="313" r:id="rId45"/>
    <p:sldId id="314" r:id="rId46"/>
    <p:sldId id="315" r:id="rId47"/>
    <p:sldId id="292" r:id="rId48"/>
    <p:sldId id="316" r:id="rId49"/>
    <p:sldId id="317" r:id="rId50"/>
    <p:sldId id="318" r:id="rId51"/>
    <p:sldId id="319" r:id="rId52"/>
    <p:sldId id="339" r:id="rId53"/>
    <p:sldId id="285" r:id="rId54"/>
    <p:sldId id="340" r:id="rId55"/>
    <p:sldId id="341" r:id="rId56"/>
    <p:sldId id="328" r:id="rId57"/>
  </p:sldIdLst>
  <p:sldSz cx="16256000" cy="9144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A4A3A4"/>
          </p15:clr>
        </p15:guide>
        <p15:guide id="2" pos="51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29FD2F"/>
    <a:srgbClr val="FFFD38"/>
    <a:srgbClr val="FFFB4E"/>
    <a:srgbClr val="FED86F"/>
    <a:srgbClr val="2DFFFE"/>
    <a:srgbClr val="00FA00"/>
    <a:srgbClr val="FF40FF"/>
    <a:srgbClr val="FF545A"/>
    <a:srgbClr val="FF898B"/>
    <a:srgbClr val="00FD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4014B03-8F40-49A2-A0EB-D18ED94CC971}">
  <a:tblStyle styleId="{54014B03-8F40-49A2-A0EB-D18ED94CC971}" styleName="Table_0"/>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7282"/>
    <p:restoredTop sz="93533"/>
  </p:normalViewPr>
  <p:slideViewPr>
    <p:cSldViewPr snapToGrid="0" snapToObjects="1">
      <p:cViewPr varScale="1">
        <p:scale>
          <a:sx n="76" d="100"/>
          <a:sy n="76" d="100"/>
        </p:scale>
        <p:origin x="1480" y="208"/>
      </p:cViewPr>
      <p:guideLst>
        <p:guide orient="horz" pos="2880"/>
        <p:guide pos="51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notesMaster" Target="notesMasters/notes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Shape 2"/>
        <p:cNvGrpSpPr/>
        <p:nvPr/>
      </p:nvGrpSpPr>
      <p:grpSpPr>
        <a:xfrm>
          <a:off x="0" y="0"/>
          <a:ext cx="0" cy="0"/>
          <a:chOff x="0" y="0"/>
          <a:chExt cx="0" cy="0"/>
        </a:xfrm>
      </p:grpSpPr>
      <p:sp>
        <p:nvSpPr>
          <p:cNvPr id="3" name="Shape 3"/>
          <p:cNvSpPr>
            <a:spLocks noGrp="1" noRot="1" noChangeAspect="1"/>
          </p:cNvSpPr>
          <p:nvPr>
            <p:ph type="sldImg" idx="2"/>
          </p:nvPr>
        </p:nvSpPr>
        <p:spPr>
          <a:xfrm>
            <a:off x="1143000" y="685800"/>
            <a:ext cx="4572000" cy="3429000"/>
          </a:xfrm>
          <a:custGeom>
            <a:avLst/>
            <a:gdLst/>
            <a:ahLst/>
            <a:cxnLst/>
            <a:rect l="0" t="0" r="0" b="0"/>
            <a:pathLst>
              <a:path w="120000" h="120000" extrusionOk="0">
                <a:moveTo>
                  <a:pt x="0" y="0"/>
                </a:moveTo>
                <a:lnTo>
                  <a:pt x="120000" y="0"/>
                </a:lnTo>
                <a:lnTo>
                  <a:pt x="120000" y="120000"/>
                </a:lnTo>
                <a:lnTo>
                  <a:pt x="0" y="120000"/>
                </a:lnTo>
                <a:close/>
              </a:path>
            </a:pathLst>
          </a:custGeom>
          <a:noFill/>
          <a:ln w="9525" cap="rnd" cmpd="sng">
            <a:solidFill>
              <a:srgbClr val="000000"/>
            </a:solidFill>
            <a:prstDash val="solid"/>
            <a:miter/>
            <a:headEnd type="none" w="med" len="med"/>
            <a:tailEnd type="none" w="med" len="med"/>
          </a:ln>
        </p:spPr>
      </p:sp>
      <p:sp>
        <p:nvSpPr>
          <p:cNvPr id="4" name="Shape 4"/>
          <p:cNvSpPr txBox="1">
            <a:spLocks noGrp="1"/>
          </p:cNvSpPr>
          <p:nvPr>
            <p:ph type="body" idx="1"/>
          </p:nvPr>
        </p:nvSpPr>
        <p:spPr>
          <a:xfrm>
            <a:off x="685800" y="4343400"/>
            <a:ext cx="5486399" cy="4114800"/>
          </a:xfrm>
          <a:prstGeom prst="rect">
            <a:avLst/>
          </a:prstGeom>
          <a:noFill/>
          <a:ln>
            <a:noFill/>
          </a:ln>
        </p:spPr>
        <p:txBody>
          <a:bodyPr lIns="91425" tIns="91425" rIns="91425" bIns="91425" anchor="ctr" anchorCtr="0"/>
          <a:lstStyle>
            <a:lvl1pPr lvl="0">
              <a:spcBef>
                <a:spcPts val="0"/>
              </a:spcBef>
              <a:defRPr/>
            </a:lvl1pPr>
            <a:lvl2pPr lvl="1">
              <a:spcBef>
                <a:spcPts val="0"/>
              </a:spcBef>
              <a:defRPr/>
            </a:lvl2pPr>
            <a:lvl3pPr lvl="2">
              <a:spcBef>
                <a:spcPts val="0"/>
              </a:spcBef>
              <a:defRPr/>
            </a:lvl3pPr>
            <a:lvl4pPr lvl="3">
              <a:spcBef>
                <a:spcPts val="0"/>
              </a:spcBef>
              <a:defRPr/>
            </a:lvl4pPr>
            <a:lvl5pPr lvl="4">
              <a:spcBef>
                <a:spcPts val="0"/>
              </a:spcBef>
              <a:defRPr/>
            </a:lvl5pPr>
            <a:lvl6pPr lvl="5">
              <a:spcBef>
                <a:spcPts val="0"/>
              </a:spcBef>
              <a:defRPr/>
            </a:lvl6pPr>
            <a:lvl7pPr lvl="6">
              <a:spcBef>
                <a:spcPts val="0"/>
              </a:spcBef>
              <a:defRPr/>
            </a:lvl7pPr>
            <a:lvl8pPr lvl="7">
              <a:spcBef>
                <a:spcPts val="0"/>
              </a:spcBef>
              <a:defRPr/>
            </a:lvl8pPr>
            <a:lvl9pPr lvl="8">
              <a:spcBef>
                <a:spcPts val="0"/>
              </a:spcBef>
              <a:defRPr/>
            </a:lvl9pPr>
          </a:lstStyle>
          <a:p>
            <a:endParaRPr/>
          </a:p>
        </p:txBody>
      </p:sp>
    </p:spTree>
    <p:extLst>
      <p:ext uri="{BB962C8B-B14F-4D97-AF65-F5344CB8AC3E}">
        <p14:creationId xmlns:p14="http://schemas.microsoft.com/office/powerpoint/2010/main" val="436063135"/>
      </p:ext>
    </p:extLst>
  </p:cSld>
  <p:clrMap bg1="lt1" tx1="dk1" bg2="dk2" tx2="lt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Shape 23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lang="en-US" dirty="0"/>
          </a:p>
        </p:txBody>
      </p:sp>
      <p:sp>
        <p:nvSpPr>
          <p:cNvPr id="239" name="Shape 23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2940248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Shape 247"/>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48" name="Shape 24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796026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Shape 254"/>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55" name="Shape 25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183518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Shape 254"/>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55" name="Shape 25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029256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Shape 254"/>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55" name="Shape 25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2965834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Shape 28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83" name="Shape 28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728699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Shape 503"/>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504" name="Shape 504"/>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960597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9"/>
        <p:cNvGrpSpPr/>
        <p:nvPr/>
      </p:nvGrpSpPr>
      <p:grpSpPr>
        <a:xfrm>
          <a:off x="0" y="0"/>
          <a:ext cx="0" cy="0"/>
          <a:chOff x="0" y="0"/>
          <a:chExt cx="0" cy="0"/>
        </a:xfrm>
      </p:grpSpPr>
      <p:sp>
        <p:nvSpPr>
          <p:cNvPr id="510" name="Shape 51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rtl="0">
              <a:spcBef>
                <a:spcPts val="0"/>
              </a:spcBef>
              <a:buNone/>
            </a:pPr>
            <a:endParaRPr/>
          </a:p>
        </p:txBody>
      </p:sp>
      <p:sp>
        <p:nvSpPr>
          <p:cNvPr id="511" name="Shape 51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9967849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5"/>
        <p:cNvGrpSpPr/>
        <p:nvPr/>
      </p:nvGrpSpPr>
      <p:grpSpPr>
        <a:xfrm>
          <a:off x="0" y="0"/>
          <a:ext cx="0" cy="0"/>
          <a:chOff x="0" y="0"/>
          <a:chExt cx="0" cy="0"/>
        </a:xfrm>
      </p:grpSpPr>
      <p:sp>
        <p:nvSpPr>
          <p:cNvPr id="516" name="Shape 516"/>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rtl="0">
              <a:spcBef>
                <a:spcPts val="0"/>
              </a:spcBef>
              <a:buNone/>
            </a:pPr>
            <a:endParaRPr/>
          </a:p>
        </p:txBody>
      </p:sp>
      <p:sp>
        <p:nvSpPr>
          <p:cNvPr id="517" name="Shape 51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723386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2"/>
        <p:cNvGrpSpPr/>
        <p:nvPr/>
      </p:nvGrpSpPr>
      <p:grpSpPr>
        <a:xfrm>
          <a:off x="0" y="0"/>
          <a:ext cx="0" cy="0"/>
          <a:chOff x="0" y="0"/>
          <a:chExt cx="0" cy="0"/>
        </a:xfrm>
      </p:grpSpPr>
      <p:sp>
        <p:nvSpPr>
          <p:cNvPr id="523" name="Shape 523"/>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524" name="Shape 524"/>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31983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8"/>
        <p:cNvGrpSpPr/>
        <p:nvPr/>
      </p:nvGrpSpPr>
      <p:grpSpPr>
        <a:xfrm>
          <a:off x="0" y="0"/>
          <a:ext cx="0" cy="0"/>
          <a:chOff x="0" y="0"/>
          <a:chExt cx="0" cy="0"/>
        </a:xfrm>
      </p:grpSpPr>
      <p:sp>
        <p:nvSpPr>
          <p:cNvPr id="309" name="Shape 309"/>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10" name="Shape 310"/>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518228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0"/>
        <p:cNvGrpSpPr/>
        <p:nvPr/>
      </p:nvGrpSpPr>
      <p:grpSpPr>
        <a:xfrm>
          <a:off x="0" y="0"/>
          <a:ext cx="0" cy="0"/>
          <a:chOff x="0" y="0"/>
          <a:chExt cx="0" cy="0"/>
        </a:xfrm>
      </p:grpSpPr>
      <p:sp>
        <p:nvSpPr>
          <p:cNvPr id="351" name="Shape 351"/>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52" name="Shape 35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18887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7"/>
        <p:cNvGrpSpPr/>
        <p:nvPr/>
      </p:nvGrpSpPr>
      <p:grpSpPr>
        <a:xfrm>
          <a:off x="0" y="0"/>
          <a:ext cx="0" cy="0"/>
          <a:chOff x="0" y="0"/>
          <a:chExt cx="0" cy="0"/>
        </a:xfrm>
      </p:grpSpPr>
      <p:sp>
        <p:nvSpPr>
          <p:cNvPr id="358" name="Shape 35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59" name="Shape 35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425813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Shape 374"/>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75" name="Shape 37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8916997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0"/>
        <p:cNvGrpSpPr/>
        <p:nvPr/>
      </p:nvGrpSpPr>
      <p:grpSpPr>
        <a:xfrm>
          <a:off x="0" y="0"/>
          <a:ext cx="0" cy="0"/>
          <a:chOff x="0" y="0"/>
          <a:chExt cx="0" cy="0"/>
        </a:xfrm>
      </p:grpSpPr>
      <p:sp>
        <p:nvSpPr>
          <p:cNvPr id="381" name="Shape 381"/>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82" name="Shape 38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2209095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Shape 39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91" name="Shape 39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936836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Shape 39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91" name="Shape 39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082671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9"/>
        <p:cNvGrpSpPr/>
        <p:nvPr/>
      </p:nvGrpSpPr>
      <p:grpSpPr>
        <a:xfrm>
          <a:off x="0" y="0"/>
          <a:ext cx="0" cy="0"/>
          <a:chOff x="0" y="0"/>
          <a:chExt cx="0" cy="0"/>
        </a:xfrm>
      </p:grpSpPr>
      <p:sp>
        <p:nvSpPr>
          <p:cNvPr id="390" name="Shape 39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91" name="Shape 39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6903744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Shape 43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33" name="Shape 43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50020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Shape 43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33" name="Shape 43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9374305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1"/>
        <p:cNvGrpSpPr/>
        <p:nvPr/>
      </p:nvGrpSpPr>
      <p:grpSpPr>
        <a:xfrm>
          <a:off x="0" y="0"/>
          <a:ext cx="0" cy="0"/>
          <a:chOff x="0" y="0"/>
          <a:chExt cx="0" cy="0"/>
        </a:xfrm>
      </p:grpSpPr>
      <p:sp>
        <p:nvSpPr>
          <p:cNvPr id="432" name="Shape 43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33" name="Shape 43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534191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7"/>
        <p:cNvGrpSpPr/>
        <p:nvPr/>
      </p:nvGrpSpPr>
      <p:grpSpPr>
        <a:xfrm>
          <a:off x="0" y="0"/>
          <a:ext cx="0" cy="0"/>
          <a:chOff x="0" y="0"/>
          <a:chExt cx="0" cy="0"/>
        </a:xfrm>
      </p:grpSpPr>
      <p:sp>
        <p:nvSpPr>
          <p:cNvPr id="468" name="Shape 46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69" name="Shape 46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534115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Shape 476"/>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77" name="Shape 47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13010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Shape 476"/>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77" name="Shape 47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8402535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Shape 48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86" name="Shape 48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694725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4"/>
        <p:cNvGrpSpPr/>
        <p:nvPr/>
      </p:nvGrpSpPr>
      <p:grpSpPr>
        <a:xfrm>
          <a:off x="0" y="0"/>
          <a:ext cx="0" cy="0"/>
          <a:chOff x="0" y="0"/>
          <a:chExt cx="0" cy="0"/>
        </a:xfrm>
      </p:grpSpPr>
      <p:sp>
        <p:nvSpPr>
          <p:cNvPr id="485" name="Shape 48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86" name="Shape 48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7506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5"/>
        <p:cNvGrpSpPr/>
        <p:nvPr/>
      </p:nvGrpSpPr>
      <p:grpSpPr>
        <a:xfrm>
          <a:off x="0" y="0"/>
          <a:ext cx="0" cy="0"/>
          <a:chOff x="0" y="0"/>
          <a:chExt cx="0" cy="0"/>
        </a:xfrm>
      </p:grpSpPr>
      <p:sp>
        <p:nvSpPr>
          <p:cNvPr id="476" name="Shape 476"/>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77" name="Shape 47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7002369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3"/>
        <p:cNvGrpSpPr/>
        <p:nvPr/>
      </p:nvGrpSpPr>
      <p:grpSpPr>
        <a:xfrm>
          <a:off x="0" y="0"/>
          <a:ext cx="0" cy="0"/>
          <a:chOff x="0" y="0"/>
          <a:chExt cx="0" cy="0"/>
        </a:xfrm>
      </p:grpSpPr>
      <p:sp>
        <p:nvSpPr>
          <p:cNvPr id="564" name="Shape 564"/>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565" name="Shape 56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327095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Shape 27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79" name="Shape 27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4699097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Shape 287"/>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88" name="Shape 28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9331768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4"/>
        <p:cNvGrpSpPr/>
        <p:nvPr/>
      </p:nvGrpSpPr>
      <p:grpSpPr>
        <a:xfrm>
          <a:off x="0" y="0"/>
          <a:ext cx="0" cy="0"/>
          <a:chOff x="0" y="0"/>
          <a:chExt cx="0" cy="0"/>
        </a:xfrm>
      </p:grpSpPr>
      <p:sp>
        <p:nvSpPr>
          <p:cNvPr id="295" name="Shape 29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96" name="Shape 29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0946947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7"/>
        <p:cNvGrpSpPr/>
        <p:nvPr/>
      </p:nvGrpSpPr>
      <p:grpSpPr>
        <a:xfrm>
          <a:off x="0" y="0"/>
          <a:ext cx="0" cy="0"/>
          <a:chOff x="0" y="0"/>
          <a:chExt cx="0" cy="0"/>
        </a:xfrm>
      </p:grpSpPr>
      <p:sp>
        <p:nvSpPr>
          <p:cNvPr id="318" name="Shape 31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19" name="Shape 31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8621693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Shape 340"/>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41" name="Shape 341"/>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268561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Shape 287"/>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288" name="Shape 288"/>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9385822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Shape 366"/>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67" name="Shape 367"/>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4957939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Shape 391"/>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92" name="Shape 39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0857795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Shape 391"/>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92" name="Shape 39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222756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0"/>
        <p:cNvGrpSpPr/>
        <p:nvPr/>
      </p:nvGrpSpPr>
      <p:grpSpPr>
        <a:xfrm>
          <a:off x="0" y="0"/>
          <a:ext cx="0" cy="0"/>
          <a:chOff x="0" y="0"/>
          <a:chExt cx="0" cy="0"/>
        </a:xfrm>
      </p:grpSpPr>
      <p:sp>
        <p:nvSpPr>
          <p:cNvPr id="391" name="Shape 391"/>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392" name="Shape 39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9945774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Shape 46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63" name="Shape 46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9940646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Shape 46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63" name="Shape 46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3933691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Shape 46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63" name="Shape 46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6417115"/>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1"/>
        <p:cNvGrpSpPr/>
        <p:nvPr/>
      </p:nvGrpSpPr>
      <p:grpSpPr>
        <a:xfrm>
          <a:off x="0" y="0"/>
          <a:ext cx="0" cy="0"/>
          <a:chOff x="0" y="0"/>
          <a:chExt cx="0" cy="0"/>
        </a:xfrm>
      </p:grpSpPr>
      <p:sp>
        <p:nvSpPr>
          <p:cNvPr id="462" name="Shape 462"/>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463" name="Shape 463"/>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956989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0"/>
        <p:cNvGrpSpPr/>
        <p:nvPr/>
      </p:nvGrpSpPr>
      <p:grpSpPr>
        <a:xfrm>
          <a:off x="0" y="0"/>
          <a:ext cx="0" cy="0"/>
          <a:chOff x="0" y="0"/>
          <a:chExt cx="0" cy="0"/>
        </a:xfrm>
      </p:grpSpPr>
      <p:sp>
        <p:nvSpPr>
          <p:cNvPr id="571" name="Shape 571"/>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572" name="Shape 572"/>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654936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Shape 57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579" name="Shape 57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03675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7"/>
        <p:cNvGrpSpPr/>
        <p:nvPr/>
      </p:nvGrpSpPr>
      <p:grpSpPr>
        <a:xfrm>
          <a:off x="0" y="0"/>
          <a:ext cx="0" cy="0"/>
          <a:chOff x="0" y="0"/>
          <a:chExt cx="0" cy="0"/>
        </a:xfrm>
      </p:grpSpPr>
      <p:sp>
        <p:nvSpPr>
          <p:cNvPr id="578" name="Shape 578"/>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579" name="Shape 579"/>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37830598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4"/>
        <p:cNvGrpSpPr/>
        <p:nvPr/>
      </p:nvGrpSpPr>
      <p:grpSpPr>
        <a:xfrm>
          <a:off x="0" y="0"/>
          <a:ext cx="0" cy="0"/>
          <a:chOff x="0" y="0"/>
          <a:chExt cx="0" cy="0"/>
        </a:xfrm>
      </p:grpSpPr>
      <p:sp>
        <p:nvSpPr>
          <p:cNvPr id="685" name="Shape 68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86" name="Shape 68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665996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4"/>
        <p:cNvGrpSpPr/>
        <p:nvPr/>
      </p:nvGrpSpPr>
      <p:grpSpPr>
        <a:xfrm>
          <a:off x="0" y="0"/>
          <a:ext cx="0" cy="0"/>
          <a:chOff x="0" y="0"/>
          <a:chExt cx="0" cy="0"/>
        </a:xfrm>
      </p:grpSpPr>
      <p:sp>
        <p:nvSpPr>
          <p:cNvPr id="685" name="Shape 68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86" name="Shape 68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3375504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4"/>
        <p:cNvGrpSpPr/>
        <p:nvPr/>
      </p:nvGrpSpPr>
      <p:grpSpPr>
        <a:xfrm>
          <a:off x="0" y="0"/>
          <a:ext cx="0" cy="0"/>
          <a:chOff x="0" y="0"/>
          <a:chExt cx="0" cy="0"/>
        </a:xfrm>
      </p:grpSpPr>
      <p:sp>
        <p:nvSpPr>
          <p:cNvPr id="685" name="Shape 685"/>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
        <p:nvSpPr>
          <p:cNvPr id="686" name="Shape 686"/>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8716768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Shape 545"/>
          <p:cNvSpPr>
            <a:spLocks noGrp="1" noRot="1" noChangeAspect="1"/>
          </p:cNvSpPr>
          <p:nvPr>
            <p:ph type="sldImg" idx="2"/>
          </p:nvPr>
        </p:nvSpPr>
        <p:spPr>
          <a:xfrm>
            <a:off x="381000" y="685800"/>
            <a:ext cx="6096000" cy="3429000"/>
          </a:xfrm>
          <a:custGeom>
            <a:avLst/>
            <a:gdLst/>
            <a:ahLst/>
            <a:cxnLst/>
            <a:rect l="0" t="0" r="0" b="0"/>
            <a:pathLst>
              <a:path w="120000" h="120000" extrusionOk="0">
                <a:moveTo>
                  <a:pt x="0" y="0"/>
                </a:moveTo>
                <a:lnTo>
                  <a:pt x="120000" y="0"/>
                </a:lnTo>
                <a:lnTo>
                  <a:pt x="120000" y="120000"/>
                </a:lnTo>
                <a:lnTo>
                  <a:pt x="0" y="120000"/>
                </a:lnTo>
                <a:close/>
              </a:path>
            </a:pathLst>
          </a:custGeom>
        </p:spPr>
      </p:sp>
      <p:sp>
        <p:nvSpPr>
          <p:cNvPr id="546" name="Shape 546"/>
          <p:cNvSpPr txBox="1">
            <a:spLocks noGrp="1"/>
          </p:cNvSpPr>
          <p:nvPr>
            <p:ph type="body" idx="1"/>
          </p:nvPr>
        </p:nvSpPr>
        <p:spPr>
          <a:xfrm>
            <a:off x="685800" y="4343400"/>
            <a:ext cx="5486399" cy="4114800"/>
          </a:xfrm>
          <a:prstGeom prst="rect">
            <a:avLst/>
          </a:prstGeom>
        </p:spPr>
        <p:txBody>
          <a:bodyPr lIns="91425" tIns="91425" rIns="91425" bIns="91425" anchor="ctr" anchorCtr="0">
            <a:noAutofit/>
          </a:bodyPr>
          <a:lstStyle/>
          <a:p>
            <a:pPr lvl="0">
              <a:spcBef>
                <a:spcPts val="0"/>
              </a:spcBef>
              <a:buNone/>
            </a:pPr>
            <a:endParaRPr/>
          </a:p>
        </p:txBody>
      </p:sp>
    </p:spTree>
    <p:extLst>
      <p:ext uri="{BB962C8B-B14F-4D97-AF65-F5344CB8AC3E}">
        <p14:creationId xmlns:p14="http://schemas.microsoft.com/office/powerpoint/2010/main" val="12268483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Shape 38"/>
        <p:cNvGrpSpPr/>
        <p:nvPr/>
      </p:nvGrpSpPr>
      <p:grpSpPr>
        <a:xfrm>
          <a:off x="0" y="0"/>
          <a:ext cx="0" cy="0"/>
          <a:chOff x="0" y="0"/>
          <a:chExt cx="0" cy="0"/>
        </a:xfrm>
      </p:grpSpPr>
      <p:sp>
        <p:nvSpPr>
          <p:cNvPr id="39" name="Shape 39"/>
          <p:cNvSpPr txBox="1">
            <a:spLocks noGrp="1"/>
          </p:cNvSpPr>
          <p:nvPr>
            <p:ph type="title"/>
          </p:nvPr>
        </p:nvSpPr>
        <p:spPr>
          <a:xfrm>
            <a:off x="1155700" y="1536700"/>
            <a:ext cx="13931900" cy="3086099"/>
          </a:xfrm>
          <a:prstGeom prst="rect">
            <a:avLst/>
          </a:prstGeom>
          <a:noFill/>
          <a:ln>
            <a:noFill/>
          </a:ln>
        </p:spPr>
        <p:txBody>
          <a:bodyPr lIns="91425" tIns="91425" rIns="91425" bIns="91425" anchor="b"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dirty="0"/>
          </a:p>
        </p:txBody>
      </p:sp>
      <p:sp>
        <p:nvSpPr>
          <p:cNvPr id="40" name="Shape 40"/>
          <p:cNvSpPr txBox="1">
            <a:spLocks noGrp="1"/>
          </p:cNvSpPr>
          <p:nvPr>
            <p:ph type="body" idx="1"/>
          </p:nvPr>
        </p:nvSpPr>
        <p:spPr>
          <a:xfrm>
            <a:off x="1155700" y="4711700"/>
            <a:ext cx="13931900" cy="1054100"/>
          </a:xfrm>
          <a:prstGeom prst="rect">
            <a:avLst/>
          </a:prstGeom>
          <a:noFill/>
          <a:ln>
            <a:noFill/>
          </a:ln>
        </p:spPr>
        <p:txBody>
          <a:bodyPr lIns="91425" tIns="91425" rIns="91425" bIns="91425" anchor="t"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1_Title and Content">
    <p:spTree>
      <p:nvGrpSpPr>
        <p:cNvPr id="1" name="Shape 153"/>
        <p:cNvGrpSpPr/>
        <p:nvPr/>
      </p:nvGrpSpPr>
      <p:grpSpPr>
        <a:xfrm>
          <a:off x="0" y="0"/>
          <a:ext cx="0" cy="0"/>
          <a:chOff x="0" y="0"/>
          <a:chExt cx="0" cy="0"/>
        </a:xfrm>
      </p:grpSpPr>
      <p:sp>
        <p:nvSpPr>
          <p:cNvPr id="154" name="Shape 154"/>
          <p:cNvSpPr txBox="1">
            <a:spLocks noGrp="1"/>
          </p:cNvSpPr>
          <p:nvPr>
            <p:ph type="title"/>
          </p:nvPr>
        </p:nvSpPr>
        <p:spPr>
          <a:xfrm>
            <a:off x="812800" y="785812"/>
            <a:ext cx="14630400" cy="1104899"/>
          </a:xfrm>
          <a:prstGeom prst="rect">
            <a:avLst/>
          </a:prstGeom>
          <a:noFill/>
          <a:ln>
            <a:noFill/>
          </a:ln>
        </p:spPr>
        <p:txBody>
          <a:bodyPr lIns="91425" tIns="91425" rIns="91425" bIns="91425" anchor="t"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a:p>
        </p:txBody>
      </p:sp>
      <p:sp>
        <p:nvSpPr>
          <p:cNvPr id="155" name="Shape 155"/>
          <p:cNvSpPr txBox="1">
            <a:spLocks noGrp="1"/>
          </p:cNvSpPr>
          <p:nvPr>
            <p:ph type="body" idx="1"/>
          </p:nvPr>
        </p:nvSpPr>
        <p:spPr>
          <a:xfrm>
            <a:off x="812800" y="2133600"/>
            <a:ext cx="14630400" cy="6034087"/>
          </a:xfrm>
          <a:prstGeom prst="rect">
            <a:avLst/>
          </a:prstGeom>
          <a:noFill/>
          <a:ln>
            <a:noFill/>
          </a:ln>
        </p:spPr>
        <p:txBody>
          <a:bodyPr lIns="91425" tIns="91425" rIns="91425" bIns="91425" anchor="t" anchorCtr="0"/>
          <a:lstStyle>
            <a:lvl1pPr marL="749300" lvl="0" indent="-142494" algn="l" rtl="0">
              <a:spcBef>
                <a:spcPts val="3500"/>
              </a:spcBef>
              <a:spcAft>
                <a:spcPts val="0"/>
              </a:spcAft>
              <a:buClr>
                <a:schemeClr val="lt1"/>
              </a:buClr>
              <a:buFont typeface="Cabin"/>
              <a:buChar char="•"/>
              <a:defRPr/>
            </a:lvl1pPr>
            <a:lvl2pPr marL="1041400" lvl="1" indent="-142494" algn="l" rtl="0">
              <a:spcBef>
                <a:spcPts val="3500"/>
              </a:spcBef>
              <a:spcAft>
                <a:spcPts val="0"/>
              </a:spcAft>
              <a:buClr>
                <a:schemeClr val="lt1"/>
              </a:buClr>
              <a:buFont typeface="Cabin"/>
              <a:buChar char="•"/>
              <a:defRPr/>
            </a:lvl2pPr>
            <a:lvl3pPr marL="1333500" lvl="2" indent="-142494" algn="l" rtl="0">
              <a:spcBef>
                <a:spcPts val="3500"/>
              </a:spcBef>
              <a:spcAft>
                <a:spcPts val="0"/>
              </a:spcAft>
              <a:buClr>
                <a:schemeClr val="lt1"/>
              </a:buClr>
              <a:buFont typeface="Cabin"/>
              <a:buChar char="•"/>
              <a:defRPr/>
            </a:lvl3pPr>
            <a:lvl4pPr marL="1638300" lvl="3" indent="-142494" algn="l" rtl="0">
              <a:spcBef>
                <a:spcPts val="3500"/>
              </a:spcBef>
              <a:spcAft>
                <a:spcPts val="0"/>
              </a:spcAft>
              <a:buClr>
                <a:schemeClr val="lt1"/>
              </a:buClr>
              <a:buFont typeface="Cabin"/>
              <a:buChar char="•"/>
              <a:defRPr/>
            </a:lvl4pPr>
            <a:lvl5pPr marL="1930400" lvl="4" indent="-142494" algn="l" rtl="0">
              <a:spcBef>
                <a:spcPts val="3500"/>
              </a:spcBef>
              <a:spcAft>
                <a:spcPts val="0"/>
              </a:spcAft>
              <a:buClr>
                <a:schemeClr val="lt1"/>
              </a:buClr>
              <a:buFont typeface="Cabin"/>
              <a:buChar char="•"/>
              <a:defRPr/>
            </a:lvl5pPr>
            <a:lvl6pPr marL="2387600" lvl="5" indent="-142494" algn="l" rtl="0">
              <a:spcBef>
                <a:spcPts val="3500"/>
              </a:spcBef>
              <a:spcAft>
                <a:spcPts val="0"/>
              </a:spcAft>
              <a:buClr>
                <a:schemeClr val="lt1"/>
              </a:buClr>
              <a:buFont typeface="Cabin"/>
              <a:buChar char="•"/>
              <a:defRPr/>
            </a:lvl6pPr>
            <a:lvl7pPr marL="2844800" lvl="6" indent="-142494" algn="l" rtl="0">
              <a:spcBef>
                <a:spcPts val="3500"/>
              </a:spcBef>
              <a:spcAft>
                <a:spcPts val="0"/>
              </a:spcAft>
              <a:buClr>
                <a:schemeClr val="lt1"/>
              </a:buClr>
              <a:buFont typeface="Cabin"/>
              <a:buChar char="•"/>
              <a:defRPr/>
            </a:lvl7pPr>
            <a:lvl8pPr marL="3302000" lvl="7" indent="-142494" algn="l" rtl="0">
              <a:spcBef>
                <a:spcPts val="3500"/>
              </a:spcBef>
              <a:spcAft>
                <a:spcPts val="0"/>
              </a:spcAft>
              <a:buClr>
                <a:schemeClr val="lt1"/>
              </a:buClr>
              <a:buFont typeface="Cabin"/>
              <a:buChar char="•"/>
              <a:defRPr/>
            </a:lvl8pPr>
            <a:lvl9pPr marL="3759200" lvl="8" indent="-142494" algn="l" rtl="0">
              <a:spcBef>
                <a:spcPts val="3500"/>
              </a:spcBef>
              <a:spcAft>
                <a:spcPts val="0"/>
              </a:spcAft>
              <a:buClr>
                <a:schemeClr val="lt1"/>
              </a:buClr>
              <a:buFont typeface="Cabin"/>
              <a:buChar char="•"/>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Shape 153"/>
        <p:cNvGrpSpPr/>
        <p:nvPr/>
      </p:nvGrpSpPr>
      <p:grpSpPr>
        <a:xfrm>
          <a:off x="0" y="0"/>
          <a:ext cx="0" cy="0"/>
          <a:chOff x="0" y="0"/>
          <a:chExt cx="0" cy="0"/>
        </a:xfrm>
      </p:grpSpPr>
      <p:sp>
        <p:nvSpPr>
          <p:cNvPr id="154" name="Shape 154"/>
          <p:cNvSpPr txBox="1">
            <a:spLocks noGrp="1"/>
          </p:cNvSpPr>
          <p:nvPr>
            <p:ph type="title"/>
          </p:nvPr>
        </p:nvSpPr>
        <p:spPr>
          <a:xfrm>
            <a:off x="812800" y="785812"/>
            <a:ext cx="14630400" cy="1104899"/>
          </a:xfrm>
          <a:prstGeom prst="rect">
            <a:avLst/>
          </a:prstGeom>
          <a:noFill/>
          <a:ln>
            <a:noFill/>
          </a:ln>
        </p:spPr>
        <p:txBody>
          <a:bodyPr lIns="91425" tIns="91425" rIns="91425" bIns="91425" anchor="t" anchorCtr="0"/>
          <a:lstStyle>
            <a:lvl1pPr lvl="0" algn="ctr" rtl="0">
              <a:spcBef>
                <a:spcPts val="0"/>
              </a:spcBef>
              <a:spcAft>
                <a:spcPts val="0"/>
              </a:spcAft>
              <a:defRPr/>
            </a:lvl1pPr>
            <a:lvl2pPr lvl="1" algn="ctr" rtl="0">
              <a:spcBef>
                <a:spcPts val="0"/>
              </a:spcBef>
              <a:spcAft>
                <a:spcPts val="0"/>
              </a:spcAft>
              <a:defRPr/>
            </a:lvl2pPr>
            <a:lvl3pPr lvl="2" algn="ctr" rtl="0">
              <a:spcBef>
                <a:spcPts val="0"/>
              </a:spcBef>
              <a:spcAft>
                <a:spcPts val="0"/>
              </a:spcAft>
              <a:defRPr/>
            </a:lvl3pPr>
            <a:lvl4pPr lvl="3" algn="ctr" rtl="0">
              <a:spcBef>
                <a:spcPts val="0"/>
              </a:spcBef>
              <a:spcAft>
                <a:spcPts val="0"/>
              </a:spcAft>
              <a:defRPr/>
            </a:lvl4pPr>
            <a:lvl5pPr lvl="4" algn="ctr" rtl="0">
              <a:spcBef>
                <a:spcPts val="0"/>
              </a:spcBef>
              <a:spcAft>
                <a:spcPts val="0"/>
              </a:spcAft>
              <a:defRPr/>
            </a:lvl5pPr>
            <a:lvl6pPr marL="457200" lvl="5" algn="ctr" rtl="0">
              <a:spcBef>
                <a:spcPts val="0"/>
              </a:spcBef>
              <a:spcAft>
                <a:spcPts val="0"/>
              </a:spcAft>
              <a:defRPr/>
            </a:lvl6pPr>
            <a:lvl7pPr marL="914400" lvl="6" algn="ctr" rtl="0">
              <a:spcBef>
                <a:spcPts val="0"/>
              </a:spcBef>
              <a:spcAft>
                <a:spcPts val="0"/>
              </a:spcAft>
              <a:defRPr/>
            </a:lvl7pPr>
            <a:lvl8pPr marL="1371600" lvl="7" algn="ctr" rtl="0">
              <a:spcBef>
                <a:spcPts val="0"/>
              </a:spcBef>
              <a:spcAft>
                <a:spcPts val="0"/>
              </a:spcAft>
              <a:defRPr/>
            </a:lvl8pPr>
            <a:lvl9pPr marL="1828800" lvl="8" algn="ctr" rtl="0">
              <a:spcBef>
                <a:spcPts val="0"/>
              </a:spcBef>
              <a:spcAft>
                <a:spcPts val="0"/>
              </a:spcAft>
              <a:defRPr/>
            </a:lvl9pPr>
          </a:lstStyle>
          <a:p>
            <a:endParaRPr/>
          </a:p>
        </p:txBody>
      </p:sp>
    </p:spTree>
    <p:extLst>
      <p:ext uri="{BB962C8B-B14F-4D97-AF65-F5344CB8AC3E}">
        <p14:creationId xmlns:p14="http://schemas.microsoft.com/office/powerpoint/2010/main" val="14827405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Shape 153"/>
        <p:cNvGrpSpPr/>
        <p:nvPr/>
      </p:nvGrpSpPr>
      <p:grpSpPr>
        <a:xfrm>
          <a:off x="0" y="0"/>
          <a:ext cx="0" cy="0"/>
          <a:chOff x="0" y="0"/>
          <a:chExt cx="0" cy="0"/>
        </a:xfrm>
      </p:grpSpPr>
    </p:spTree>
    <p:extLst>
      <p:ext uri="{BB962C8B-B14F-4D97-AF65-F5344CB8AC3E}">
        <p14:creationId xmlns:p14="http://schemas.microsoft.com/office/powerpoint/2010/main" val="148886672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dk2"/>
        </a:solidFill>
        <a:effectLst/>
      </p:bgPr>
    </p:bg>
    <p:spTree>
      <p:nvGrpSpPr>
        <p:cNvPr id="1" name="Shape 5"/>
        <p:cNvGrpSpPr/>
        <p:nvPr/>
      </p:nvGrpSpPr>
      <p:grpSpPr>
        <a:xfrm>
          <a:off x="0" y="0"/>
          <a:ext cx="0" cy="0"/>
          <a:chOff x="0" y="0"/>
          <a:chExt cx="0" cy="0"/>
        </a:xfrm>
      </p:grpSpPr>
      <p:sp>
        <p:nvSpPr>
          <p:cNvPr id="6" name="Shape 6"/>
          <p:cNvSpPr txBox="1">
            <a:spLocks noGrp="1"/>
          </p:cNvSpPr>
          <p:nvPr>
            <p:ph type="title"/>
          </p:nvPr>
        </p:nvSpPr>
        <p:spPr>
          <a:xfrm>
            <a:off x="1155700" y="1536700"/>
            <a:ext cx="13931900" cy="3086099"/>
          </a:xfrm>
          <a:prstGeom prst="rect">
            <a:avLst/>
          </a:prstGeom>
          <a:noFill/>
          <a:ln>
            <a:noFill/>
          </a:ln>
        </p:spPr>
        <p:txBody>
          <a:bodyPr lIns="91425" tIns="91425" rIns="91425" bIns="91425" anchor="b" anchorCtr="0"/>
          <a:lstStyle>
            <a:lvl1pPr marL="0" marR="0" lvl="0" indent="0" algn="ctr" rtl="0">
              <a:spcBef>
                <a:spcPts val="0"/>
              </a:spcBef>
              <a:spcAft>
                <a:spcPts val="0"/>
              </a:spcAft>
              <a:defRPr/>
            </a:lvl1pPr>
            <a:lvl2pPr marL="0" marR="0" lvl="1" indent="0" algn="ctr" rtl="0">
              <a:spcBef>
                <a:spcPts val="0"/>
              </a:spcBef>
              <a:spcAft>
                <a:spcPts val="0"/>
              </a:spcAft>
              <a:defRPr/>
            </a:lvl2pPr>
            <a:lvl3pPr marL="0" marR="0" lvl="2" indent="0" algn="ctr" rtl="0">
              <a:spcBef>
                <a:spcPts val="0"/>
              </a:spcBef>
              <a:spcAft>
                <a:spcPts val="0"/>
              </a:spcAft>
              <a:defRPr/>
            </a:lvl3pPr>
            <a:lvl4pPr marL="0" marR="0" lvl="3" indent="0" algn="ctr" rtl="0">
              <a:spcBef>
                <a:spcPts val="0"/>
              </a:spcBef>
              <a:spcAft>
                <a:spcPts val="0"/>
              </a:spcAft>
              <a:defRPr/>
            </a:lvl4pPr>
            <a:lvl5pPr marL="0" marR="0" lvl="4" indent="0" algn="ctr" rtl="0">
              <a:spcBef>
                <a:spcPts val="0"/>
              </a:spcBef>
              <a:spcAft>
                <a:spcPts val="0"/>
              </a:spcAft>
              <a:defRPr/>
            </a:lvl5pPr>
            <a:lvl6pPr marL="457200" marR="0" lvl="5" indent="0" algn="ctr" rtl="0">
              <a:spcBef>
                <a:spcPts val="0"/>
              </a:spcBef>
              <a:spcAft>
                <a:spcPts val="0"/>
              </a:spcAft>
              <a:defRPr/>
            </a:lvl6pPr>
            <a:lvl7pPr marL="914400" marR="0" lvl="6" indent="0" algn="ctr" rtl="0">
              <a:spcBef>
                <a:spcPts val="0"/>
              </a:spcBef>
              <a:spcAft>
                <a:spcPts val="0"/>
              </a:spcAft>
              <a:defRPr/>
            </a:lvl7pPr>
            <a:lvl8pPr marL="1371600" marR="0" lvl="7" indent="0" algn="ctr" rtl="0">
              <a:spcBef>
                <a:spcPts val="0"/>
              </a:spcBef>
              <a:spcAft>
                <a:spcPts val="0"/>
              </a:spcAft>
              <a:defRPr/>
            </a:lvl8pPr>
            <a:lvl9pPr marL="1828800" marR="0" lvl="8" indent="0" algn="ctr" rtl="0">
              <a:spcBef>
                <a:spcPts val="0"/>
              </a:spcBef>
              <a:spcAft>
                <a:spcPts val="0"/>
              </a:spcAft>
              <a:defRPr/>
            </a:lvl9pPr>
          </a:lstStyle>
          <a:p>
            <a:endParaRPr dirty="0"/>
          </a:p>
        </p:txBody>
      </p:sp>
      <p:sp>
        <p:nvSpPr>
          <p:cNvPr id="7" name="Shape 7"/>
          <p:cNvSpPr txBox="1">
            <a:spLocks noGrp="1"/>
          </p:cNvSpPr>
          <p:nvPr>
            <p:ph type="body" idx="1"/>
          </p:nvPr>
        </p:nvSpPr>
        <p:spPr>
          <a:xfrm>
            <a:off x="1155700" y="4711700"/>
            <a:ext cx="13931900" cy="1054100"/>
          </a:xfrm>
          <a:prstGeom prst="rect">
            <a:avLst/>
          </a:prstGeom>
          <a:noFill/>
          <a:ln>
            <a:noFill/>
          </a:ln>
        </p:spPr>
        <p:txBody>
          <a:bodyPr lIns="91425" tIns="91425" rIns="91425" bIns="91425" anchor="t" anchorCtr="0"/>
          <a:lstStyle>
            <a:lvl1pPr marL="0" marR="0" lvl="0" indent="0" algn="ctr" rtl="0">
              <a:spcBef>
                <a:spcPts val="0"/>
              </a:spcBef>
              <a:spcAft>
                <a:spcPts val="0"/>
              </a:spcAft>
              <a:defRPr/>
            </a:lvl1pPr>
            <a:lvl2pPr marL="0" marR="0" lvl="1" indent="0" algn="ctr" rtl="0">
              <a:spcBef>
                <a:spcPts val="0"/>
              </a:spcBef>
              <a:spcAft>
                <a:spcPts val="0"/>
              </a:spcAft>
              <a:defRPr/>
            </a:lvl2pPr>
            <a:lvl3pPr marL="0" marR="0" lvl="2" indent="0" algn="ctr" rtl="0">
              <a:spcBef>
                <a:spcPts val="0"/>
              </a:spcBef>
              <a:spcAft>
                <a:spcPts val="0"/>
              </a:spcAft>
              <a:defRPr/>
            </a:lvl3pPr>
            <a:lvl4pPr marL="0" marR="0" lvl="3" indent="0" algn="ctr" rtl="0">
              <a:spcBef>
                <a:spcPts val="0"/>
              </a:spcBef>
              <a:spcAft>
                <a:spcPts val="0"/>
              </a:spcAft>
              <a:defRPr/>
            </a:lvl4pPr>
            <a:lvl5pPr marL="0" marR="0" lvl="4" indent="0" algn="ctr" rtl="0">
              <a:spcBef>
                <a:spcPts val="0"/>
              </a:spcBef>
              <a:spcAft>
                <a:spcPts val="0"/>
              </a:spcAft>
              <a:defRPr/>
            </a:lvl5pPr>
            <a:lvl6pPr marL="457200" marR="0" lvl="5" indent="0" algn="ctr" rtl="0">
              <a:spcBef>
                <a:spcPts val="0"/>
              </a:spcBef>
              <a:spcAft>
                <a:spcPts val="0"/>
              </a:spcAft>
              <a:defRPr/>
            </a:lvl6pPr>
            <a:lvl7pPr marL="914400" marR="0" lvl="6" indent="0" algn="ctr" rtl="0">
              <a:spcBef>
                <a:spcPts val="0"/>
              </a:spcBef>
              <a:spcAft>
                <a:spcPts val="0"/>
              </a:spcAft>
              <a:defRPr/>
            </a:lvl7pPr>
            <a:lvl8pPr marL="1371600" marR="0" lvl="7" indent="0" algn="ctr" rtl="0">
              <a:spcBef>
                <a:spcPts val="0"/>
              </a:spcBef>
              <a:spcAft>
                <a:spcPts val="0"/>
              </a:spcAft>
              <a:defRPr/>
            </a:lvl8pPr>
            <a:lvl9pPr marL="1828800" marR="0" lvl="8" indent="0" algn="ctr" rtl="0">
              <a:spcBef>
                <a:spcPts val="0"/>
              </a:spcBef>
              <a:spcAft>
                <a:spcPts val="0"/>
              </a:spcAft>
              <a:defRPr/>
            </a:lvl9pPr>
          </a:lstStyle>
          <a:p>
            <a:endParaRPr dirty="0"/>
          </a:p>
        </p:txBody>
      </p:sp>
      <p:sp>
        <p:nvSpPr>
          <p:cNvPr id="4" name="Rectangle 3"/>
          <p:cNvSpPr>
            <a:spLocks noChangeArrowheads="1"/>
          </p:cNvSpPr>
          <p:nvPr userDrawn="1"/>
        </p:nvSpPr>
        <p:spPr bwMode="auto">
          <a:xfrm>
            <a:off x="0" y="0"/>
            <a:ext cx="16256000" cy="768096"/>
          </a:xfrm>
          <a:prstGeom prst="rect">
            <a:avLst/>
          </a:prstGeom>
          <a:solidFill>
            <a:schemeClr val="bg2"/>
          </a:solidFill>
          <a:ln>
            <a:noFill/>
          </a:ln>
          <a:extLst/>
        </p:spPr>
        <p:txBody>
          <a:bodyPr/>
          <a:lstStyle>
            <a:lvl1pPr algn="ctr">
              <a:defRPr sz="2000">
                <a:solidFill>
                  <a:srgbClr val="FFFFFF"/>
                </a:solidFill>
                <a:latin typeface="Gill Sans" charset="0"/>
                <a:ea typeface="ヒラギノ角ゴ ProN W3" charset="-128"/>
                <a:sym typeface="Gill Sans" charset="0"/>
              </a:defRPr>
            </a:lvl1pPr>
            <a:lvl2pPr marL="742950" indent="-285750" algn="ctr">
              <a:defRPr sz="2000">
                <a:solidFill>
                  <a:srgbClr val="FFFFFF"/>
                </a:solidFill>
                <a:latin typeface="Gill Sans" charset="0"/>
                <a:ea typeface="ヒラギノ角ゴ ProN W3" charset="-128"/>
                <a:sym typeface="Gill Sans" charset="0"/>
              </a:defRPr>
            </a:lvl2pPr>
            <a:lvl3pPr marL="1143000" indent="-228600" algn="ctr">
              <a:defRPr sz="2000">
                <a:solidFill>
                  <a:srgbClr val="FFFFFF"/>
                </a:solidFill>
                <a:latin typeface="Gill Sans" charset="0"/>
                <a:ea typeface="ヒラギノ角ゴ ProN W3" charset="-128"/>
                <a:sym typeface="Gill Sans" charset="0"/>
              </a:defRPr>
            </a:lvl3pPr>
            <a:lvl4pPr marL="1600200" indent="-228600" algn="ctr">
              <a:defRPr sz="2000">
                <a:solidFill>
                  <a:srgbClr val="FFFFFF"/>
                </a:solidFill>
                <a:latin typeface="Gill Sans" charset="0"/>
                <a:ea typeface="ヒラギノ角ゴ ProN W3" charset="-128"/>
                <a:sym typeface="Gill Sans" charset="0"/>
              </a:defRPr>
            </a:lvl4pPr>
            <a:lvl5pPr marL="2057400" indent="-228600" algn="ctr">
              <a:defRPr sz="20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9pPr>
          </a:lstStyle>
          <a:p>
            <a:pPr eaLnBrk="1" hangingPunct="1">
              <a:defRPr/>
            </a:pPr>
            <a:endParaRPr lang="en-US" altLang="en-US" sz="3600"/>
          </a:p>
        </p:txBody>
      </p:sp>
      <p:sp>
        <p:nvSpPr>
          <p:cNvPr id="5" name="Rectangle 3"/>
          <p:cNvSpPr>
            <a:spLocks noChangeArrowheads="1"/>
          </p:cNvSpPr>
          <p:nvPr userDrawn="1"/>
        </p:nvSpPr>
        <p:spPr bwMode="auto">
          <a:xfrm>
            <a:off x="0" y="8357616"/>
            <a:ext cx="16256000" cy="786384"/>
          </a:xfrm>
          <a:prstGeom prst="rect">
            <a:avLst/>
          </a:prstGeom>
          <a:solidFill>
            <a:schemeClr val="bg2"/>
          </a:solidFill>
          <a:ln>
            <a:noFill/>
          </a:ln>
          <a:extLst/>
        </p:spPr>
        <p:txBody>
          <a:bodyPr/>
          <a:lstStyle>
            <a:lvl1pPr algn="ctr">
              <a:defRPr sz="2000">
                <a:solidFill>
                  <a:srgbClr val="FFFFFF"/>
                </a:solidFill>
                <a:latin typeface="Gill Sans" charset="0"/>
                <a:ea typeface="ヒラギノ角ゴ ProN W3" charset="-128"/>
                <a:sym typeface="Gill Sans" charset="0"/>
              </a:defRPr>
            </a:lvl1pPr>
            <a:lvl2pPr marL="742950" indent="-285750" algn="ctr">
              <a:defRPr sz="2000">
                <a:solidFill>
                  <a:srgbClr val="FFFFFF"/>
                </a:solidFill>
                <a:latin typeface="Gill Sans" charset="0"/>
                <a:ea typeface="ヒラギノ角ゴ ProN W3" charset="-128"/>
                <a:sym typeface="Gill Sans" charset="0"/>
              </a:defRPr>
            </a:lvl2pPr>
            <a:lvl3pPr marL="1143000" indent="-228600" algn="ctr">
              <a:defRPr sz="2000">
                <a:solidFill>
                  <a:srgbClr val="FFFFFF"/>
                </a:solidFill>
                <a:latin typeface="Gill Sans" charset="0"/>
                <a:ea typeface="ヒラギノ角ゴ ProN W3" charset="-128"/>
                <a:sym typeface="Gill Sans" charset="0"/>
              </a:defRPr>
            </a:lvl3pPr>
            <a:lvl4pPr marL="1600200" indent="-228600" algn="ctr">
              <a:defRPr sz="2000">
                <a:solidFill>
                  <a:srgbClr val="FFFFFF"/>
                </a:solidFill>
                <a:latin typeface="Gill Sans" charset="0"/>
                <a:ea typeface="ヒラギノ角ゴ ProN W3" charset="-128"/>
                <a:sym typeface="Gill Sans" charset="0"/>
              </a:defRPr>
            </a:lvl4pPr>
            <a:lvl5pPr marL="2057400" indent="-228600" algn="ctr">
              <a:defRPr sz="2000">
                <a:solidFill>
                  <a:srgbClr val="FFFFFF"/>
                </a:solidFill>
                <a:latin typeface="Gill Sans" charset="0"/>
                <a:ea typeface="ヒラギノ角ゴ ProN W3" charset="-128"/>
                <a:sym typeface="Gill Sans" charset="0"/>
              </a:defRPr>
            </a:lvl5pPr>
            <a:lvl6pPr marL="25146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6pPr>
            <a:lvl7pPr marL="29718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7pPr>
            <a:lvl8pPr marL="34290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8pPr>
            <a:lvl9pPr marL="3886200" indent="-228600" algn="ctr" eaLnBrk="0" fontAlgn="base" hangingPunct="0">
              <a:spcBef>
                <a:spcPct val="0"/>
              </a:spcBef>
              <a:spcAft>
                <a:spcPct val="0"/>
              </a:spcAft>
              <a:defRPr sz="2000">
                <a:solidFill>
                  <a:srgbClr val="FFFFFF"/>
                </a:solidFill>
                <a:latin typeface="Gill Sans" charset="0"/>
                <a:ea typeface="ヒラギノ角ゴ ProN W3" charset="-128"/>
                <a:sym typeface="Gill Sans" charset="0"/>
              </a:defRPr>
            </a:lvl9pPr>
          </a:lstStyle>
          <a:p>
            <a:pPr eaLnBrk="1" hangingPunct="1">
              <a:defRPr/>
            </a:pPr>
            <a:endParaRPr lang="en-US" altLang="en-US" sz="3600"/>
          </a:p>
        </p:txBody>
      </p:sp>
    </p:spTree>
  </p:cSld>
  <p:clrMap bg1="lt1" tx1="dk1" bg2="dk2" tx2="lt2" accent1="accent1" accent2="accent2" accent3="accent3" accent4="accent4" accent5="accent5" accent6="accent6" hlink="hlink" folHlink="folHlink"/>
  <p:sldLayoutIdLst>
    <p:sldLayoutId id="2147483657" r:id="rId1"/>
    <p:sldLayoutId id="2147483690" r:id="rId2"/>
    <p:sldLayoutId id="2147483715" r:id="rId3"/>
    <p:sldLayoutId id="2147483716" r:id="rId4"/>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None/>
        <a:defRPr sz="5400" b="0" i="0" u="none" strike="noStrike" cap="none">
          <a:solidFill>
            <a:srgbClr val="000000"/>
          </a:solidFill>
          <a:latin typeface="Arial"/>
          <a:ea typeface="Arial"/>
          <a:cs typeface="Arial"/>
          <a:sym typeface="Arial"/>
        </a:defRPr>
      </a:lvl1pPr>
    </p:titleStyle>
    <p:bodyStyle>
      <a:defPPr marR="0" lvl="0" algn="l" rtl="0">
        <a:lnSpc>
          <a:spcPct val="100000"/>
        </a:lnSpc>
        <a:spcBef>
          <a:spcPts val="0"/>
        </a:spcBef>
        <a:spcAft>
          <a:spcPts val="0"/>
        </a:spcAft>
      </a:defPPr>
      <a:lvl1pPr marR="0" lvl="0" algn="l" rtl="0">
        <a:lnSpc>
          <a:spcPct val="100000"/>
        </a:lnSpc>
        <a:spcBef>
          <a:spcPts val="0"/>
        </a:spcBef>
        <a:spcAft>
          <a:spcPts val="0"/>
        </a:spcAft>
        <a:buNone/>
        <a:defRPr sz="40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None/>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www.pythonlearn.com"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en.wikipedia.org/wiki/Mnemonic"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hyperlink" Target="http://en.wikipedia.org/wiki/George_Boole" TargetMode="External"/><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hyperlink" Target="https://commons.wikimedia.org/wiki/Category:Tab_key_icons#/media/File:Tabts.jpg" TargetMode="Externa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hyperlink" Target="http://www.dr-chuck.com/" TargetMode="External"/><Relationship Id="rId2" Type="http://schemas.openxmlformats.org/officeDocument/2006/relationships/notesSlide" Target="../notesSlides/notesSlide49.xml"/><Relationship Id="rId1" Type="http://schemas.openxmlformats.org/officeDocument/2006/relationships/slideLayout" Target="../slideLayouts/slideLayout3.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Shape 241"/>
          <p:cNvSpPr txBox="1">
            <a:spLocks noGrp="1"/>
          </p:cNvSpPr>
          <p:nvPr>
            <p:ph type="title"/>
          </p:nvPr>
        </p:nvSpPr>
        <p:spPr>
          <a:prstGeom prst="rect">
            <a:avLst/>
          </a:prstGeom>
          <a:noFill/>
          <a:ln>
            <a:noFill/>
          </a:ln>
        </p:spPr>
        <p:txBody>
          <a:bodyPr lIns="38100" tIns="38100" rIns="38100" bIns="38100" anchor="b"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dirty="0">
                <a:solidFill>
                  <a:srgbClr val="FFD966"/>
                </a:solidFill>
                <a:latin typeface="Arial" charset="0"/>
                <a:ea typeface="Arial" charset="0"/>
                <a:cs typeface="Arial" charset="0"/>
                <a:sym typeface="Cabin"/>
              </a:rPr>
              <a:t>Constants, Variables, and Conditionals</a:t>
            </a:r>
            <a:endParaRPr lang="en-US" sz="7600" u="none" strike="noStrike" cap="none" dirty="0">
              <a:solidFill>
                <a:srgbClr val="FFD966"/>
              </a:solidFill>
              <a:latin typeface="Arial" charset="0"/>
              <a:ea typeface="Arial" charset="0"/>
              <a:cs typeface="Arial" charset="0"/>
              <a:sym typeface="Cabin"/>
            </a:endParaRPr>
          </a:p>
        </p:txBody>
      </p:sp>
      <p:sp>
        <p:nvSpPr>
          <p:cNvPr id="242" name="Shape 242"/>
          <p:cNvSpPr txBox="1">
            <a:spLocks noGrp="1"/>
          </p:cNvSpPr>
          <p:nvPr>
            <p:ph type="body" idx="1"/>
          </p:nvPr>
        </p:nvSpPr>
        <p:spPr>
          <a:prstGeom prst="rect">
            <a:avLst/>
          </a:prstGeom>
          <a:noFill/>
          <a:ln>
            <a:noFill/>
          </a:ln>
        </p:spPr>
        <p:txBody>
          <a:bodyPr lIns="38100" tIns="38100" rIns="38100" bIns="38100" anchor="t"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4800" u="none" strike="noStrike" cap="none" dirty="0">
                <a:solidFill>
                  <a:schemeClr val="lt1"/>
                </a:solidFill>
                <a:latin typeface="Arial" charset="0"/>
                <a:ea typeface="Arial" charset="0"/>
                <a:cs typeface="Arial" charset="0"/>
                <a:sym typeface="Cabin"/>
              </a:rPr>
              <a:t>Class 2</a:t>
            </a:r>
          </a:p>
        </p:txBody>
      </p:sp>
      <p:sp>
        <p:nvSpPr>
          <p:cNvPr id="243" name="Shape 243"/>
          <p:cNvSpPr txBox="1"/>
          <p:nvPr/>
        </p:nvSpPr>
        <p:spPr>
          <a:xfrm>
            <a:off x="4081448" y="7131044"/>
            <a:ext cx="8328600" cy="10160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3200" u="none" strike="noStrike" cap="none" dirty="0">
                <a:solidFill>
                  <a:srgbClr val="FFFF00"/>
                </a:solidFill>
                <a:latin typeface="Arial" charset="0"/>
                <a:ea typeface="Arial" charset="0"/>
                <a:cs typeface="Arial" charset="0"/>
                <a:sym typeface="Cabin"/>
              </a:rPr>
              <a:t>Python for Everybody</a:t>
            </a:r>
          </a:p>
          <a:p>
            <a:pPr marL="0" marR="0" lvl="0" indent="0" algn="ctr" rtl="0">
              <a:lnSpc>
                <a:spcPct val="100000"/>
              </a:lnSpc>
              <a:spcBef>
                <a:spcPts val="0"/>
              </a:spcBef>
              <a:spcAft>
                <a:spcPts val="0"/>
              </a:spcAft>
              <a:buClr>
                <a:srgbClr val="FFFF00"/>
              </a:buClr>
              <a:buSzPct val="25000"/>
              <a:buFont typeface="Cabin"/>
              <a:buNone/>
            </a:pPr>
            <a:r>
              <a:rPr lang="en-US" sz="3200" u="sng" strike="noStrike" cap="none">
                <a:solidFill>
                  <a:srgbClr val="FFFF00"/>
                </a:solidFill>
                <a:latin typeface="Arial" charset="0"/>
                <a:ea typeface="Arial" charset="0"/>
                <a:cs typeface="Arial" charset="0"/>
                <a:sym typeface="Cabin"/>
                <a:hlinkClick r:id="rId3"/>
              </a:rPr>
              <a:t>www.py4e.com</a:t>
            </a:r>
            <a:endParaRPr lang="en-US" sz="3200" u="sng" strike="noStrike" cap="none" dirty="0">
              <a:solidFill>
                <a:srgbClr val="FFFF00"/>
              </a:solidFill>
              <a:latin typeface="Arial" charset="0"/>
              <a:ea typeface="Arial" charset="0"/>
              <a:cs typeface="Arial" charset="0"/>
              <a:sym typeface="Cabin"/>
              <a:hlinkClick r:id="rId3"/>
            </a:endParaRPr>
          </a:p>
        </p:txBody>
      </p:sp>
      <p:pic>
        <p:nvPicPr>
          <p:cNvPr id="244" name="Shape 244"/>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3800662" y="7435344"/>
            <a:ext cx="1968599" cy="6684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Shape 250"/>
          <p:cNvSpPr txBox="1">
            <a:spLocks noGrp="1"/>
          </p:cNvSpPr>
          <p:nvPr>
            <p:ph type="title"/>
          </p:nvPr>
        </p:nvSpPr>
        <p:spPr>
          <a:xfrm>
            <a:off x="812800" y="785812"/>
            <a:ext cx="14070626" cy="1104899"/>
          </a:xfrm>
          <a:prstGeom prst="rect">
            <a:avLst/>
          </a:prstGeom>
          <a:noFill/>
          <a:ln>
            <a:noFill/>
          </a:ln>
        </p:spPr>
        <p:txBody>
          <a:bodyPr lIns="50800" tIns="50800" rIns="50800" bIns="5080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7800" u="none" strike="noStrike" cap="none">
                <a:solidFill>
                  <a:srgbClr val="FFD966"/>
                </a:solidFill>
                <a:latin typeface="Arial" charset="0"/>
                <a:ea typeface="Arial" charset="0"/>
                <a:cs typeface="Arial" charset="0"/>
                <a:sym typeface="Cabin"/>
              </a:rPr>
              <a:t>Constants</a:t>
            </a:r>
          </a:p>
        </p:txBody>
      </p:sp>
      <p:sp>
        <p:nvSpPr>
          <p:cNvPr id="251" name="Shape 251"/>
          <p:cNvSpPr txBox="1">
            <a:spLocks noGrp="1"/>
          </p:cNvSpPr>
          <p:nvPr>
            <p:ph type="body" idx="1"/>
          </p:nvPr>
        </p:nvSpPr>
        <p:spPr>
          <a:prstGeom prst="rect">
            <a:avLst/>
          </a:prstGeom>
          <a:noFill/>
          <a:ln>
            <a:noFill/>
          </a:ln>
        </p:spPr>
        <p:txBody>
          <a:bodyPr lIns="50800" tIns="50800" rIns="50800" bIns="50800" anchor="ctr" anchorCtr="0">
            <a:noAutofit/>
          </a:bodyPr>
          <a:lstStyle/>
          <a:p>
            <a:pPr marL="1104900" marR="0" lvl="0" indent="-603377" algn="l" rtl="0">
              <a:lnSpc>
                <a:spcPct val="100000"/>
              </a:lnSpc>
              <a:spcBef>
                <a:spcPts val="0"/>
              </a:spcBef>
              <a:spcAft>
                <a:spcPts val="0"/>
              </a:spcAft>
              <a:buClr>
                <a:srgbClr val="FF9900"/>
              </a:buClr>
              <a:buSzPct val="100000"/>
              <a:buFont typeface="Cabin"/>
              <a:buChar char="•"/>
            </a:pPr>
            <a:r>
              <a:rPr lang="en-US" sz="3600" u="none" strike="noStrike" cap="none" dirty="0">
                <a:solidFill>
                  <a:srgbClr val="FF9900"/>
                </a:solidFill>
                <a:latin typeface="Arial" charset="0"/>
                <a:ea typeface="Arial" charset="0"/>
                <a:cs typeface="Arial" charset="0"/>
                <a:sym typeface="Cabin"/>
              </a:rPr>
              <a:t>Fixed values </a:t>
            </a:r>
            <a:r>
              <a:rPr lang="en-US" sz="3600" u="none" strike="noStrike" cap="none" dirty="0">
                <a:solidFill>
                  <a:srgbClr val="FFFFFF"/>
                </a:solidFill>
                <a:latin typeface="Arial" charset="0"/>
                <a:ea typeface="Arial" charset="0"/>
                <a:cs typeface="Arial" charset="0"/>
                <a:sym typeface="Cabin"/>
              </a:rPr>
              <a:t>such as numbers, letters, and strings, are called </a:t>
            </a:r>
            <a:r>
              <a:rPr lang="en-US" sz="3600" b="0" i="0" u="none" strike="noStrike" cap="none" dirty="0">
                <a:solidFill>
                  <a:srgbClr val="FF9900"/>
                </a:solidFill>
                <a:latin typeface="Arial"/>
                <a:ea typeface="Arial"/>
                <a:cs typeface="Arial"/>
                <a:sym typeface="Arial"/>
              </a:rPr>
              <a:t>“</a:t>
            </a:r>
            <a:r>
              <a:rPr lang="en-US" sz="3600" u="none" strike="noStrike" cap="none" dirty="0">
                <a:solidFill>
                  <a:srgbClr val="FF9900"/>
                </a:solidFill>
                <a:latin typeface="Arial" charset="0"/>
                <a:ea typeface="Arial" charset="0"/>
                <a:cs typeface="Arial" charset="0"/>
                <a:sym typeface="Cabin"/>
              </a:rPr>
              <a:t>constants</a:t>
            </a:r>
            <a:r>
              <a:rPr lang="en-US" sz="3600" b="0" i="0" u="none" strike="noStrike" cap="none" dirty="0">
                <a:solidFill>
                  <a:srgbClr val="FF9900"/>
                </a:solidFill>
                <a:latin typeface="Arial"/>
                <a:ea typeface="Arial"/>
                <a:cs typeface="Arial"/>
                <a:sym typeface="Arial"/>
              </a:rPr>
              <a:t>”</a:t>
            </a:r>
            <a:r>
              <a:rPr lang="en-US" sz="3600" u="none" strike="noStrike" cap="none" dirty="0">
                <a:solidFill>
                  <a:srgbClr val="FF9900"/>
                </a:solidFill>
                <a:latin typeface="Arial" charset="0"/>
                <a:ea typeface="Arial" charset="0"/>
                <a:cs typeface="Arial" charset="0"/>
                <a:sym typeface="Cabin"/>
              </a:rPr>
              <a:t> </a:t>
            </a:r>
            <a:r>
              <a:rPr lang="en-US" sz="3600" u="none" strike="noStrike" cap="none" dirty="0">
                <a:solidFill>
                  <a:srgbClr val="FFFFFF"/>
                </a:solidFill>
                <a:latin typeface="Arial" charset="0"/>
                <a:ea typeface="Arial" charset="0"/>
                <a:cs typeface="Arial" charset="0"/>
                <a:sym typeface="Cabin"/>
              </a:rPr>
              <a:t>because their value does not change</a:t>
            </a:r>
          </a:p>
          <a:p>
            <a:pPr marL="501523" marR="0" lvl="0" indent="0" algn="l" rtl="0">
              <a:lnSpc>
                <a:spcPct val="100000"/>
              </a:lnSpc>
              <a:spcBef>
                <a:spcPts val="2300"/>
              </a:spcBef>
              <a:spcAft>
                <a:spcPts val="0"/>
              </a:spcAft>
              <a:buClr>
                <a:schemeClr val="lt1"/>
              </a:buClr>
              <a:buSzPct val="100000"/>
              <a:buNone/>
            </a:pPr>
            <a:br>
              <a:rPr lang="en-US" sz="3600" u="none" strike="noStrike" cap="none" dirty="0">
                <a:solidFill>
                  <a:schemeClr val="lt1"/>
                </a:solidFill>
                <a:latin typeface="Arial" charset="0"/>
                <a:ea typeface="Arial" charset="0"/>
                <a:cs typeface="Arial" charset="0"/>
                <a:sym typeface="Cabin"/>
              </a:rPr>
            </a:br>
            <a:endParaRPr lang="en-US" sz="3600" u="none" strike="noStrike" cap="none" dirty="0">
              <a:solidFill>
                <a:schemeClr val="lt1"/>
              </a:solidFill>
              <a:latin typeface="Arial" charset="0"/>
              <a:ea typeface="Arial" charset="0"/>
              <a:cs typeface="Arial" charset="0"/>
              <a:sym typeface="Cabin"/>
            </a:endParaRPr>
          </a:p>
        </p:txBody>
      </p:sp>
      <p:sp>
        <p:nvSpPr>
          <p:cNvPr id="252" name="Shape 252"/>
          <p:cNvSpPr txBox="1"/>
          <p:nvPr/>
        </p:nvSpPr>
        <p:spPr>
          <a:xfrm>
            <a:off x="10115550" y="5041900"/>
            <a:ext cx="5986463" cy="3125787"/>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FFFF00"/>
                </a:solidFill>
                <a:latin typeface="Courier"/>
                <a:ea typeface="Courier"/>
                <a:cs typeface="Courier"/>
                <a:sym typeface="Courier New"/>
              </a:rPr>
              <a:t>print(</a:t>
            </a:r>
            <a:r>
              <a:rPr lang="en-US" sz="3000" i="0" u="none" strike="noStrike" cap="none" dirty="0">
                <a:solidFill>
                  <a:srgbClr val="FF9900"/>
                </a:solidFill>
                <a:latin typeface="Courier"/>
                <a:ea typeface="Courier"/>
                <a:cs typeface="Courier"/>
                <a:sym typeface="Courier New"/>
              </a:rPr>
              <a:t>123</a:t>
            </a:r>
            <a:r>
              <a:rPr lang="en-US" sz="3000" i="0" u="none" strike="noStrike" cap="none" dirty="0">
                <a:solidFill>
                  <a:srgbClr val="FFFF00"/>
                </a:solidFill>
                <a:latin typeface="Courier"/>
                <a:ea typeface="Courier"/>
                <a:cs typeface="Courier"/>
                <a:sym typeface="Courier New"/>
              </a:rPr>
              <a:t>)</a:t>
            </a: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123</a:t>
            </a:r>
          </a:p>
          <a:p>
            <a:pPr lvl="0">
              <a:buClr>
                <a:schemeClr val="lt1"/>
              </a:buClr>
              <a:buSzPct val="25000"/>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FFFF00"/>
                </a:solidFill>
                <a:latin typeface="Courier"/>
                <a:ea typeface="Courier"/>
                <a:cs typeface="Courier"/>
                <a:sym typeface="Courier New"/>
              </a:rPr>
              <a:t>print(</a:t>
            </a:r>
            <a:r>
              <a:rPr lang="en-US" sz="3000" i="0" u="none" strike="noStrike" cap="none" dirty="0">
                <a:solidFill>
                  <a:srgbClr val="FF9900"/>
                </a:solidFill>
                <a:latin typeface="Courier"/>
                <a:ea typeface="Courier"/>
                <a:cs typeface="Courier"/>
                <a:sym typeface="Courier New"/>
              </a:rPr>
              <a:t>98.6</a:t>
            </a:r>
            <a:r>
              <a:rPr lang="en-US" sz="3000" dirty="0">
                <a:solidFill>
                  <a:srgbClr val="FFFF00"/>
                </a:solidFill>
                <a:latin typeface="Courier"/>
                <a:ea typeface="Courier"/>
                <a:cs typeface="Courier"/>
                <a:sym typeface="Courier New"/>
              </a:rPr>
              <a:t>)</a:t>
            </a:r>
            <a:endParaRPr lang="en-US" sz="3000" i="0" u="none" strike="noStrike" cap="none" dirty="0">
              <a:solidFill>
                <a:srgbClr val="FF9900"/>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98.6</a:t>
            </a:r>
          </a:p>
          <a:p>
            <a:pPr lvl="0">
              <a:buClr>
                <a:schemeClr val="lt1"/>
              </a:buClr>
              <a:buSzPct val="25000"/>
            </a:pPr>
            <a:r>
              <a:rPr lang="en-US" sz="3000" i="0" u="none" strike="noStrike" cap="none" dirty="0">
                <a:solidFill>
                  <a:schemeClr val="lt1"/>
                </a:solidFill>
                <a:latin typeface="Courier"/>
                <a:ea typeface="Courier"/>
                <a:cs typeface="Courier"/>
                <a:sym typeface="Courier New"/>
              </a:rPr>
              <a:t>&gt;&gt;&gt;</a:t>
            </a:r>
            <a:r>
              <a:rPr lang="en-US" sz="3000" i="0" u="none" strike="noStrike" cap="none" dirty="0">
                <a:solidFill>
                  <a:srgbClr val="FFFF00"/>
                </a:solidFill>
                <a:latin typeface="Courier"/>
                <a:ea typeface="Courier"/>
                <a:cs typeface="Courier"/>
                <a:sym typeface="Courier New"/>
              </a:rPr>
              <a:t> print(</a:t>
            </a:r>
            <a:r>
              <a:rPr lang="en-US" sz="3000" i="0" u="none" strike="noStrike" cap="none" dirty="0">
                <a:solidFill>
                  <a:srgbClr val="FF9900"/>
                </a:solidFill>
                <a:latin typeface="Courier"/>
                <a:ea typeface="Courier"/>
                <a:cs typeface="Courier"/>
                <a:sym typeface="Courier New"/>
              </a:rPr>
              <a:t>'Hello world'</a:t>
            </a:r>
            <a:r>
              <a:rPr lang="en-US" sz="3000" dirty="0">
                <a:solidFill>
                  <a:srgbClr val="FFFF00"/>
                </a:solidFill>
                <a:latin typeface="Courier"/>
                <a:ea typeface="Courier"/>
                <a:cs typeface="Courier"/>
                <a:sym typeface="Courier New"/>
              </a:rPr>
              <a:t>)</a:t>
            </a:r>
            <a:endParaRPr lang="en-US" sz="3000" i="0" u="none" strike="noStrike" cap="none" dirty="0">
              <a:solidFill>
                <a:srgbClr val="FF9900"/>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Hello world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Shape 257"/>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u="none" strike="noStrike" cap="none">
                <a:solidFill>
                  <a:srgbClr val="FFD966"/>
                </a:solidFill>
                <a:latin typeface="Arial" charset="0"/>
                <a:ea typeface="Arial" charset="0"/>
                <a:cs typeface="Arial" charset="0"/>
                <a:sym typeface="Cabin"/>
              </a:rPr>
              <a:t>Variables</a:t>
            </a:r>
          </a:p>
        </p:txBody>
      </p:sp>
      <p:sp>
        <p:nvSpPr>
          <p:cNvPr id="258" name="Shape 258"/>
          <p:cNvSpPr txBox="1">
            <a:spLocks noGrp="1"/>
          </p:cNvSpPr>
          <p:nvPr>
            <p:ph type="body" idx="1"/>
          </p:nvPr>
        </p:nvSpPr>
        <p:spPr>
          <a:xfrm>
            <a:off x="812800" y="2133601"/>
            <a:ext cx="14630400" cy="2674938"/>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200" u="none" strike="noStrike" cap="none" dirty="0">
                <a:solidFill>
                  <a:schemeClr val="lt1"/>
                </a:solidFill>
                <a:latin typeface="Arial" charset="0"/>
                <a:ea typeface="Arial" charset="0"/>
                <a:cs typeface="Arial" charset="0"/>
                <a:sym typeface="Cabin"/>
              </a:rPr>
              <a:t>A </a:t>
            </a:r>
            <a:r>
              <a:rPr lang="en-US" sz="3200" u="none" strike="noStrike" cap="none" dirty="0">
                <a:solidFill>
                  <a:srgbClr val="00FF00"/>
                </a:solidFill>
                <a:latin typeface="Arial" charset="0"/>
                <a:ea typeface="Arial" charset="0"/>
                <a:cs typeface="Arial" charset="0"/>
                <a:sym typeface="Cabin"/>
              </a:rPr>
              <a:t>variable</a:t>
            </a:r>
            <a:r>
              <a:rPr lang="en-US" sz="3200" u="none" strike="noStrike" cap="none" dirty="0">
                <a:solidFill>
                  <a:schemeClr val="lt1"/>
                </a:solidFill>
                <a:latin typeface="Arial" charset="0"/>
                <a:ea typeface="Arial" charset="0"/>
                <a:cs typeface="Arial" charset="0"/>
                <a:sym typeface="Cabin"/>
              </a:rPr>
              <a:t> is a named place in the memory where a programmer can store data and later retrieve the data using the </a:t>
            </a:r>
            <a:r>
              <a:rPr lang="en-US" sz="3200" u="none" strike="noStrike" cap="none" dirty="0">
                <a:solidFill>
                  <a:srgbClr val="00FF00"/>
                </a:solidFill>
                <a:latin typeface="Arial" charset="0"/>
                <a:ea typeface="Arial" charset="0"/>
                <a:cs typeface="Arial" charset="0"/>
                <a:sym typeface="Cabin"/>
              </a:rPr>
              <a:t>variable’s</a:t>
            </a:r>
            <a:r>
              <a:rPr lang="en-US" sz="3200" u="none" strike="noStrike" cap="none" dirty="0">
                <a:solidFill>
                  <a:schemeClr val="lt1"/>
                </a:solidFill>
                <a:latin typeface="Arial" charset="0"/>
                <a:ea typeface="Arial" charset="0"/>
                <a:cs typeface="Arial" charset="0"/>
                <a:sym typeface="Cabin"/>
              </a:rPr>
              <a:t> </a:t>
            </a:r>
            <a:r>
              <a:rPr lang="en-US" sz="3200" b="0" i="0" u="none" strike="noStrike" cap="none" dirty="0">
                <a:solidFill>
                  <a:schemeClr val="lt1"/>
                </a:solidFill>
                <a:sym typeface="Arial"/>
              </a:rPr>
              <a:t>“</a:t>
            </a:r>
            <a:r>
              <a:rPr lang="en-US" sz="3200" u="none" strike="noStrike" cap="none" dirty="0">
                <a:solidFill>
                  <a:schemeClr val="lt1"/>
                </a:solidFill>
                <a:latin typeface="Arial" charset="0"/>
                <a:ea typeface="Arial" charset="0"/>
                <a:cs typeface="Arial" charset="0"/>
                <a:sym typeface="Cabin"/>
              </a:rPr>
              <a:t>name</a:t>
            </a:r>
            <a:r>
              <a:rPr lang="en-US" sz="3200" b="0" i="0" u="none" strike="noStrike" cap="none" dirty="0">
                <a:solidFill>
                  <a:schemeClr val="lt1"/>
                </a:solidFill>
                <a:sym typeface="Arial"/>
              </a:rPr>
              <a:t>”</a:t>
            </a:r>
          </a:p>
          <a:p>
            <a:pPr marL="749300" marR="0" lvl="0" indent="-371094" algn="l" rtl="0">
              <a:lnSpc>
                <a:spcPct val="100000"/>
              </a:lnSpc>
              <a:spcBef>
                <a:spcPts val="3500"/>
              </a:spcBef>
              <a:spcAft>
                <a:spcPts val="0"/>
              </a:spcAft>
              <a:buClr>
                <a:schemeClr val="lt1"/>
              </a:buClr>
              <a:buSzPct val="100000"/>
              <a:buFont typeface="Cabin"/>
              <a:buChar char="•"/>
            </a:pPr>
            <a:r>
              <a:rPr lang="en-US" sz="3200" u="none" strike="noStrike" cap="none" dirty="0">
                <a:solidFill>
                  <a:schemeClr val="lt1"/>
                </a:solidFill>
                <a:latin typeface="Arial" charset="0"/>
                <a:ea typeface="Arial" charset="0"/>
                <a:cs typeface="Arial" charset="0"/>
                <a:sym typeface="Cabin"/>
              </a:rPr>
              <a:t>Programmers get to choose the names of the </a:t>
            </a:r>
            <a:r>
              <a:rPr lang="en-US" sz="3200" u="none" strike="noStrike" cap="none" dirty="0">
                <a:solidFill>
                  <a:srgbClr val="00FF00"/>
                </a:solidFill>
                <a:latin typeface="Arial" charset="0"/>
                <a:ea typeface="Arial" charset="0"/>
                <a:cs typeface="Arial" charset="0"/>
                <a:sym typeface="Cabin"/>
              </a:rPr>
              <a:t>variables</a:t>
            </a:r>
          </a:p>
          <a:p>
            <a:pPr marL="749300" marR="0" lvl="0" indent="-371094" algn="l" rtl="0">
              <a:lnSpc>
                <a:spcPct val="100000"/>
              </a:lnSpc>
              <a:spcBef>
                <a:spcPts val="3500"/>
              </a:spcBef>
              <a:spcAft>
                <a:spcPts val="0"/>
              </a:spcAft>
              <a:buClr>
                <a:schemeClr val="lt1"/>
              </a:buClr>
              <a:buSzPct val="100000"/>
              <a:buFont typeface="Cabin"/>
              <a:buChar char="•"/>
            </a:pPr>
            <a:r>
              <a:rPr lang="en-US" sz="3200" u="none" strike="noStrike" cap="none" dirty="0">
                <a:solidFill>
                  <a:schemeClr val="lt1"/>
                </a:solidFill>
                <a:latin typeface="Arial" charset="0"/>
                <a:ea typeface="Arial" charset="0"/>
                <a:cs typeface="Arial" charset="0"/>
                <a:sym typeface="Cabin"/>
              </a:rPr>
              <a:t>You can change the contents of a </a:t>
            </a:r>
            <a:r>
              <a:rPr lang="en-US" sz="3200" u="none" strike="noStrike" cap="none" dirty="0">
                <a:solidFill>
                  <a:srgbClr val="00FF00"/>
                </a:solidFill>
                <a:latin typeface="Arial" charset="0"/>
                <a:ea typeface="Arial" charset="0"/>
                <a:cs typeface="Arial" charset="0"/>
                <a:sym typeface="Cabin"/>
              </a:rPr>
              <a:t>variable </a:t>
            </a:r>
            <a:r>
              <a:rPr lang="en-US" sz="3200" u="none" strike="noStrike" cap="none" dirty="0">
                <a:solidFill>
                  <a:schemeClr val="lt1"/>
                </a:solidFill>
                <a:latin typeface="Arial" charset="0"/>
                <a:ea typeface="Arial" charset="0"/>
                <a:cs typeface="Arial" charset="0"/>
                <a:sym typeface="Cabin"/>
              </a:rPr>
              <a:t>in a later statement</a:t>
            </a:r>
          </a:p>
        </p:txBody>
      </p:sp>
      <p:sp>
        <p:nvSpPr>
          <p:cNvPr id="259" name="Shape 259"/>
          <p:cNvSpPr txBox="1"/>
          <p:nvPr/>
        </p:nvSpPr>
        <p:spPr>
          <a:xfrm>
            <a:off x="10388600" y="5083164"/>
            <a:ext cx="5016500" cy="1270000"/>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4900">
                <a:solidFill>
                  <a:schemeClr val="lt1"/>
                </a:solidFill>
                <a:latin typeface="Arial" charset="0"/>
                <a:ea typeface="Arial" charset="0"/>
                <a:cs typeface="Arial" charset="0"/>
                <a:sym typeface="Cabin"/>
              </a:rPr>
              <a:t> </a:t>
            </a:r>
            <a:r>
              <a:rPr lang="en-US" sz="4900" u="none" strike="noStrike" cap="none">
                <a:solidFill>
                  <a:schemeClr val="lt1"/>
                </a:solidFill>
                <a:latin typeface="Arial" charset="0"/>
                <a:ea typeface="Arial" charset="0"/>
                <a:cs typeface="Arial" charset="0"/>
                <a:sym typeface="Cabin"/>
              </a:rPr>
              <a:t>12.2</a:t>
            </a:r>
          </a:p>
        </p:txBody>
      </p:sp>
      <p:sp>
        <p:nvSpPr>
          <p:cNvPr id="260" name="Shape 260"/>
          <p:cNvSpPr txBox="1"/>
          <p:nvPr/>
        </p:nvSpPr>
        <p:spPr>
          <a:xfrm>
            <a:off x="9534525" y="5280014"/>
            <a:ext cx="444500" cy="8635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5200" u="none" strike="noStrike" cap="none">
                <a:solidFill>
                  <a:srgbClr val="00FF00"/>
                </a:solidFill>
                <a:latin typeface="Arial" charset="0"/>
                <a:ea typeface="Arial" charset="0"/>
                <a:cs typeface="Arial" charset="0"/>
                <a:sym typeface="Cabin"/>
              </a:rPr>
              <a:t>x</a:t>
            </a:r>
          </a:p>
        </p:txBody>
      </p:sp>
      <p:sp>
        <p:nvSpPr>
          <p:cNvPr id="261" name="Shape 261"/>
          <p:cNvSpPr txBox="1"/>
          <p:nvPr/>
        </p:nvSpPr>
        <p:spPr>
          <a:xfrm>
            <a:off x="10350500" y="6721464"/>
            <a:ext cx="5016500" cy="1270000"/>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4900">
                <a:solidFill>
                  <a:schemeClr val="lt1"/>
                </a:solidFill>
                <a:latin typeface="Arial" charset="0"/>
                <a:ea typeface="Arial" charset="0"/>
                <a:cs typeface="Arial" charset="0"/>
                <a:sym typeface="Cabin"/>
              </a:rPr>
              <a:t> </a:t>
            </a:r>
            <a:r>
              <a:rPr lang="en-US" sz="4900" u="none" strike="noStrike" cap="none">
                <a:solidFill>
                  <a:schemeClr val="lt1"/>
                </a:solidFill>
                <a:latin typeface="Arial" charset="0"/>
                <a:ea typeface="Arial" charset="0"/>
                <a:cs typeface="Arial" charset="0"/>
                <a:sym typeface="Cabin"/>
              </a:rPr>
              <a:t>14               </a:t>
            </a:r>
          </a:p>
        </p:txBody>
      </p:sp>
      <p:sp>
        <p:nvSpPr>
          <p:cNvPr id="262" name="Shape 262"/>
          <p:cNvSpPr txBox="1"/>
          <p:nvPr/>
        </p:nvSpPr>
        <p:spPr>
          <a:xfrm>
            <a:off x="9518650" y="6924664"/>
            <a:ext cx="404811" cy="8635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5200" u="none" strike="noStrike" cap="none">
                <a:solidFill>
                  <a:srgbClr val="00FF00"/>
                </a:solidFill>
                <a:latin typeface="Arial" charset="0"/>
                <a:ea typeface="Arial" charset="0"/>
                <a:cs typeface="Arial" charset="0"/>
                <a:sym typeface="Cabin"/>
              </a:rPr>
              <a:t>y</a:t>
            </a:r>
          </a:p>
        </p:txBody>
      </p:sp>
      <p:sp>
        <p:nvSpPr>
          <p:cNvPr id="263" name="Shape 263"/>
          <p:cNvSpPr txBox="1"/>
          <p:nvPr/>
        </p:nvSpPr>
        <p:spPr>
          <a:xfrm>
            <a:off x="2624125" y="5314827"/>
            <a:ext cx="4038900" cy="23876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00FF00"/>
              </a:buClr>
              <a:buSzPct val="25000"/>
              <a:buFont typeface="Cabin"/>
              <a:buNone/>
            </a:pPr>
            <a:r>
              <a:rPr lang="en-US" sz="4800" i="0" u="none" strike="noStrike" cap="none" dirty="0">
                <a:solidFill>
                  <a:srgbClr val="00FF00"/>
                </a:solidFill>
                <a:latin typeface="Courier"/>
                <a:ea typeface="Courier"/>
                <a:cs typeface="Courier"/>
                <a:sym typeface="Courier New"/>
              </a:rPr>
              <a:t>x </a:t>
            </a:r>
            <a:r>
              <a:rPr lang="en-US" sz="4800" i="0" u="none" strike="noStrike" cap="none" dirty="0">
                <a:solidFill>
                  <a:srgbClr val="FFFFFF"/>
                </a:solidFill>
                <a:latin typeface="Courier"/>
                <a:ea typeface="Courier"/>
                <a:cs typeface="Courier"/>
                <a:sym typeface="Courier New"/>
              </a:rPr>
              <a:t>=</a:t>
            </a:r>
            <a:r>
              <a:rPr lang="en-US" sz="4800" i="0" u="none" strike="noStrike" cap="none" dirty="0">
                <a:solidFill>
                  <a:srgbClr val="FFFF00"/>
                </a:solidFill>
                <a:latin typeface="Courier"/>
                <a:ea typeface="Courier"/>
                <a:cs typeface="Courier"/>
                <a:sym typeface="Courier New"/>
              </a:rPr>
              <a:t> </a:t>
            </a:r>
            <a:r>
              <a:rPr lang="en-US" sz="4800" i="0" u="none" strike="noStrike" cap="none" dirty="0">
                <a:solidFill>
                  <a:srgbClr val="FF9900"/>
                </a:solidFill>
                <a:latin typeface="Courier"/>
                <a:ea typeface="Courier"/>
                <a:cs typeface="Courier"/>
                <a:sym typeface="Courier New"/>
              </a:rPr>
              <a:t>12.2</a:t>
            </a:r>
          </a:p>
          <a:p>
            <a:pPr marL="0" marR="0" lvl="0" indent="0" algn="l" rtl="0">
              <a:lnSpc>
                <a:spcPct val="100000"/>
              </a:lnSpc>
              <a:spcBef>
                <a:spcPts val="0"/>
              </a:spcBef>
              <a:spcAft>
                <a:spcPts val="0"/>
              </a:spcAft>
              <a:buClr>
                <a:srgbClr val="00FF00"/>
              </a:buClr>
              <a:buSzPct val="25000"/>
              <a:buFont typeface="Cabin"/>
              <a:buNone/>
            </a:pPr>
            <a:r>
              <a:rPr lang="en-US" sz="4800" i="0" u="none" strike="noStrike" cap="none" dirty="0">
                <a:solidFill>
                  <a:srgbClr val="00FF00"/>
                </a:solidFill>
                <a:latin typeface="Courier"/>
                <a:ea typeface="Courier"/>
                <a:cs typeface="Courier"/>
                <a:sym typeface="Courier New"/>
              </a:rPr>
              <a:t>y</a:t>
            </a:r>
            <a:r>
              <a:rPr lang="en-US" sz="4800" i="0" u="none" strike="noStrike" cap="none" dirty="0">
                <a:solidFill>
                  <a:srgbClr val="FFFF00"/>
                </a:solidFill>
                <a:latin typeface="Courier"/>
                <a:ea typeface="Courier"/>
                <a:cs typeface="Courier"/>
                <a:sym typeface="Courier New"/>
              </a:rPr>
              <a:t> </a:t>
            </a:r>
            <a:r>
              <a:rPr lang="en-US" sz="4800" i="0" u="none" strike="noStrike" cap="none" dirty="0">
                <a:solidFill>
                  <a:srgbClr val="FFFFFF"/>
                </a:solidFill>
                <a:latin typeface="Courier"/>
                <a:ea typeface="Courier"/>
                <a:cs typeface="Courier"/>
                <a:sym typeface="Courier New"/>
              </a:rPr>
              <a:t>=</a:t>
            </a:r>
            <a:r>
              <a:rPr lang="en-US" sz="4800" i="0" u="none" strike="noStrike" cap="none" dirty="0">
                <a:solidFill>
                  <a:srgbClr val="FFFF00"/>
                </a:solidFill>
                <a:latin typeface="Courier"/>
                <a:ea typeface="Courier"/>
                <a:cs typeface="Courier"/>
                <a:sym typeface="Courier New"/>
              </a:rPr>
              <a:t> </a:t>
            </a:r>
            <a:r>
              <a:rPr lang="en-US" sz="4800" i="0" u="none" strike="noStrike" cap="none" dirty="0">
                <a:solidFill>
                  <a:srgbClr val="FF9900"/>
                </a:solidFill>
                <a:latin typeface="Courier"/>
                <a:ea typeface="Courier"/>
                <a:cs typeface="Courier"/>
                <a:sym typeface="Courier New"/>
              </a:rPr>
              <a:t>14</a:t>
            </a:r>
          </a:p>
          <a:p>
            <a:pPr marL="0" marR="0" lvl="0" indent="0" algn="ctr" rtl="0">
              <a:lnSpc>
                <a:spcPct val="100000"/>
              </a:lnSpc>
              <a:spcBef>
                <a:spcPts val="0"/>
              </a:spcBef>
              <a:spcAft>
                <a:spcPts val="0"/>
              </a:spcAft>
              <a:buNone/>
            </a:pPr>
            <a:endParaRPr sz="4800" b="1" dirty="0">
              <a:latin typeface="Courier"/>
              <a:ea typeface="Courier"/>
              <a:cs typeface="Courier"/>
              <a:sym typeface="Courier New"/>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Shape 257"/>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u="none" strike="noStrike" cap="none">
                <a:solidFill>
                  <a:srgbClr val="FFD966"/>
                </a:solidFill>
                <a:latin typeface="Arial" charset="0"/>
                <a:ea typeface="Arial" charset="0"/>
                <a:cs typeface="Arial" charset="0"/>
                <a:sym typeface="Cabin"/>
              </a:rPr>
              <a:t>Variables</a:t>
            </a:r>
          </a:p>
        </p:txBody>
      </p:sp>
      <p:sp>
        <p:nvSpPr>
          <p:cNvPr id="258" name="Shape 258"/>
          <p:cNvSpPr txBox="1">
            <a:spLocks noGrp="1"/>
          </p:cNvSpPr>
          <p:nvPr>
            <p:ph type="body" idx="1"/>
          </p:nvPr>
        </p:nvSpPr>
        <p:spPr>
          <a:xfrm>
            <a:off x="812800" y="2133601"/>
            <a:ext cx="14630400" cy="2674938"/>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200" u="none" strike="noStrike" cap="none" dirty="0">
                <a:solidFill>
                  <a:schemeClr val="lt1"/>
                </a:solidFill>
                <a:latin typeface="Arial" charset="0"/>
                <a:ea typeface="Arial" charset="0"/>
                <a:cs typeface="Arial" charset="0"/>
                <a:sym typeface="Cabin"/>
              </a:rPr>
              <a:t>A </a:t>
            </a:r>
            <a:r>
              <a:rPr lang="en-US" sz="3200" u="none" strike="noStrike" cap="none" dirty="0">
                <a:solidFill>
                  <a:srgbClr val="00FF00"/>
                </a:solidFill>
                <a:latin typeface="Arial" charset="0"/>
                <a:ea typeface="Arial" charset="0"/>
                <a:cs typeface="Arial" charset="0"/>
                <a:sym typeface="Cabin"/>
              </a:rPr>
              <a:t>variable</a:t>
            </a:r>
            <a:r>
              <a:rPr lang="en-US" sz="3200" u="none" strike="noStrike" cap="none" dirty="0">
                <a:solidFill>
                  <a:schemeClr val="lt1"/>
                </a:solidFill>
                <a:latin typeface="Arial" charset="0"/>
                <a:ea typeface="Arial" charset="0"/>
                <a:cs typeface="Arial" charset="0"/>
                <a:sym typeface="Cabin"/>
              </a:rPr>
              <a:t> is a named place in the memory where a programmer can store data and later retrieve the data using the </a:t>
            </a:r>
            <a:r>
              <a:rPr lang="en-US" sz="3200" u="none" strike="noStrike" cap="none" dirty="0">
                <a:solidFill>
                  <a:srgbClr val="00FF00"/>
                </a:solidFill>
                <a:latin typeface="Arial" charset="0"/>
                <a:ea typeface="Arial" charset="0"/>
                <a:cs typeface="Arial" charset="0"/>
                <a:sym typeface="Cabin"/>
              </a:rPr>
              <a:t>variable</a:t>
            </a:r>
            <a:r>
              <a:rPr lang="en-US" sz="3200" u="none" strike="noStrike" cap="none" dirty="0">
                <a:solidFill>
                  <a:schemeClr val="lt1"/>
                </a:solidFill>
                <a:latin typeface="Arial" charset="0"/>
                <a:ea typeface="Arial" charset="0"/>
                <a:cs typeface="Arial" charset="0"/>
                <a:sym typeface="Cabin"/>
              </a:rPr>
              <a:t> </a:t>
            </a:r>
            <a:r>
              <a:rPr lang="en-US" sz="3200" b="0" i="0" u="none" strike="noStrike" cap="none" dirty="0">
                <a:solidFill>
                  <a:schemeClr val="lt1"/>
                </a:solidFill>
                <a:sym typeface="Arial"/>
              </a:rPr>
              <a:t>“</a:t>
            </a:r>
            <a:r>
              <a:rPr lang="en-US" sz="3200" u="none" strike="noStrike" cap="none" dirty="0">
                <a:solidFill>
                  <a:schemeClr val="lt1"/>
                </a:solidFill>
                <a:latin typeface="Arial" charset="0"/>
                <a:ea typeface="Arial" charset="0"/>
                <a:cs typeface="Arial" charset="0"/>
                <a:sym typeface="Cabin"/>
              </a:rPr>
              <a:t>name</a:t>
            </a:r>
            <a:r>
              <a:rPr lang="en-US" sz="3200" b="0" i="0" u="none" strike="noStrike" cap="none" dirty="0">
                <a:solidFill>
                  <a:schemeClr val="lt1"/>
                </a:solidFill>
                <a:sym typeface="Arial"/>
              </a:rPr>
              <a:t>”</a:t>
            </a:r>
          </a:p>
          <a:p>
            <a:pPr marL="749300" marR="0" lvl="0" indent="-371094" algn="l" rtl="0">
              <a:lnSpc>
                <a:spcPct val="100000"/>
              </a:lnSpc>
              <a:spcBef>
                <a:spcPts val="3500"/>
              </a:spcBef>
              <a:spcAft>
                <a:spcPts val="0"/>
              </a:spcAft>
              <a:buClr>
                <a:schemeClr val="lt1"/>
              </a:buClr>
              <a:buSzPct val="100000"/>
              <a:buFont typeface="Cabin"/>
              <a:buChar char="•"/>
            </a:pPr>
            <a:r>
              <a:rPr lang="en-US" sz="3200" u="none" strike="noStrike" cap="none" dirty="0">
                <a:solidFill>
                  <a:schemeClr val="lt1"/>
                </a:solidFill>
                <a:latin typeface="Arial" charset="0"/>
                <a:ea typeface="Arial" charset="0"/>
                <a:cs typeface="Arial" charset="0"/>
                <a:sym typeface="Cabin"/>
              </a:rPr>
              <a:t>Programmers get to choose the names of the </a:t>
            </a:r>
            <a:r>
              <a:rPr lang="en-US" sz="3200" u="none" strike="noStrike" cap="none" dirty="0">
                <a:solidFill>
                  <a:srgbClr val="00FF00"/>
                </a:solidFill>
                <a:latin typeface="Arial" charset="0"/>
                <a:ea typeface="Arial" charset="0"/>
                <a:cs typeface="Arial" charset="0"/>
                <a:sym typeface="Cabin"/>
              </a:rPr>
              <a:t>variables</a:t>
            </a:r>
          </a:p>
          <a:p>
            <a:pPr marL="749300" marR="0" lvl="0" indent="-371094" algn="l" rtl="0">
              <a:lnSpc>
                <a:spcPct val="100000"/>
              </a:lnSpc>
              <a:spcBef>
                <a:spcPts val="3500"/>
              </a:spcBef>
              <a:spcAft>
                <a:spcPts val="0"/>
              </a:spcAft>
              <a:buClr>
                <a:schemeClr val="lt1"/>
              </a:buClr>
              <a:buSzPct val="100000"/>
              <a:buFont typeface="Cabin"/>
              <a:buChar char="•"/>
            </a:pPr>
            <a:r>
              <a:rPr lang="en-US" sz="3200" u="none" strike="noStrike" cap="none" dirty="0">
                <a:solidFill>
                  <a:schemeClr val="lt1"/>
                </a:solidFill>
                <a:latin typeface="Arial" charset="0"/>
                <a:ea typeface="Arial" charset="0"/>
                <a:cs typeface="Arial" charset="0"/>
                <a:sym typeface="Cabin"/>
              </a:rPr>
              <a:t>You can change the contents of a </a:t>
            </a:r>
            <a:r>
              <a:rPr lang="en-US" sz="3200" u="none" strike="noStrike" cap="none" dirty="0">
                <a:solidFill>
                  <a:srgbClr val="00FF00"/>
                </a:solidFill>
                <a:latin typeface="Arial" charset="0"/>
                <a:ea typeface="Arial" charset="0"/>
                <a:cs typeface="Arial" charset="0"/>
                <a:sym typeface="Cabin"/>
              </a:rPr>
              <a:t>variable </a:t>
            </a:r>
            <a:r>
              <a:rPr lang="en-US" sz="3200" u="none" strike="noStrike" cap="none" dirty="0">
                <a:solidFill>
                  <a:schemeClr val="lt1"/>
                </a:solidFill>
                <a:latin typeface="Arial" charset="0"/>
                <a:ea typeface="Arial" charset="0"/>
                <a:cs typeface="Arial" charset="0"/>
                <a:sym typeface="Cabin"/>
              </a:rPr>
              <a:t>in a later statement</a:t>
            </a:r>
          </a:p>
        </p:txBody>
      </p:sp>
      <p:sp>
        <p:nvSpPr>
          <p:cNvPr id="259" name="Shape 259"/>
          <p:cNvSpPr txBox="1"/>
          <p:nvPr/>
        </p:nvSpPr>
        <p:spPr>
          <a:xfrm>
            <a:off x="10388600" y="5083164"/>
            <a:ext cx="5016500" cy="1270000"/>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4900">
                <a:solidFill>
                  <a:schemeClr val="lt1"/>
                </a:solidFill>
                <a:latin typeface="Arial" charset="0"/>
                <a:ea typeface="Arial" charset="0"/>
                <a:cs typeface="Arial" charset="0"/>
                <a:sym typeface="Cabin"/>
              </a:rPr>
              <a:t> </a:t>
            </a:r>
            <a:r>
              <a:rPr lang="en-US" sz="4900" u="none" strike="noStrike" cap="none">
                <a:solidFill>
                  <a:schemeClr val="lt1"/>
                </a:solidFill>
                <a:latin typeface="Arial" charset="0"/>
                <a:ea typeface="Arial" charset="0"/>
                <a:cs typeface="Arial" charset="0"/>
                <a:sym typeface="Cabin"/>
              </a:rPr>
              <a:t>12.2</a:t>
            </a:r>
          </a:p>
        </p:txBody>
      </p:sp>
      <p:sp>
        <p:nvSpPr>
          <p:cNvPr id="260" name="Shape 260"/>
          <p:cNvSpPr txBox="1"/>
          <p:nvPr/>
        </p:nvSpPr>
        <p:spPr>
          <a:xfrm>
            <a:off x="9534525" y="5280014"/>
            <a:ext cx="444500" cy="8635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5200" u="none" strike="noStrike" cap="none">
                <a:solidFill>
                  <a:srgbClr val="00FF00"/>
                </a:solidFill>
                <a:latin typeface="Arial" charset="0"/>
                <a:ea typeface="Arial" charset="0"/>
                <a:cs typeface="Arial" charset="0"/>
                <a:sym typeface="Cabin"/>
              </a:rPr>
              <a:t>x</a:t>
            </a:r>
          </a:p>
        </p:txBody>
      </p:sp>
      <p:sp>
        <p:nvSpPr>
          <p:cNvPr id="261" name="Shape 261"/>
          <p:cNvSpPr txBox="1"/>
          <p:nvPr/>
        </p:nvSpPr>
        <p:spPr>
          <a:xfrm>
            <a:off x="10350500" y="6721464"/>
            <a:ext cx="5016500" cy="1270000"/>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4900">
                <a:solidFill>
                  <a:schemeClr val="lt1"/>
                </a:solidFill>
                <a:latin typeface="Arial" charset="0"/>
                <a:ea typeface="Arial" charset="0"/>
                <a:cs typeface="Arial" charset="0"/>
                <a:sym typeface="Cabin"/>
              </a:rPr>
              <a:t> </a:t>
            </a:r>
            <a:r>
              <a:rPr lang="en-US" sz="4900" u="none" strike="noStrike" cap="none">
                <a:solidFill>
                  <a:schemeClr val="lt1"/>
                </a:solidFill>
                <a:latin typeface="Arial" charset="0"/>
                <a:ea typeface="Arial" charset="0"/>
                <a:cs typeface="Arial" charset="0"/>
                <a:sym typeface="Cabin"/>
              </a:rPr>
              <a:t>14               </a:t>
            </a:r>
          </a:p>
        </p:txBody>
      </p:sp>
      <p:sp>
        <p:nvSpPr>
          <p:cNvPr id="262" name="Shape 262"/>
          <p:cNvSpPr txBox="1"/>
          <p:nvPr/>
        </p:nvSpPr>
        <p:spPr>
          <a:xfrm>
            <a:off x="9518650" y="6924664"/>
            <a:ext cx="404811" cy="8635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5200" u="none" strike="noStrike" cap="none">
                <a:solidFill>
                  <a:srgbClr val="00FF00"/>
                </a:solidFill>
                <a:latin typeface="Arial" charset="0"/>
                <a:ea typeface="Arial" charset="0"/>
                <a:cs typeface="Arial" charset="0"/>
                <a:sym typeface="Cabin"/>
              </a:rPr>
              <a:t>y</a:t>
            </a:r>
          </a:p>
        </p:txBody>
      </p:sp>
      <p:grpSp>
        <p:nvGrpSpPr>
          <p:cNvPr id="10" name="Shape 276"/>
          <p:cNvGrpSpPr/>
          <p:nvPr/>
        </p:nvGrpSpPr>
        <p:grpSpPr>
          <a:xfrm>
            <a:off x="10690224" y="5319702"/>
            <a:ext cx="763600" cy="903398"/>
            <a:chOff x="0" y="0"/>
            <a:chExt cx="762000" cy="901775"/>
          </a:xfrm>
        </p:grpSpPr>
        <p:cxnSp>
          <p:nvCxnSpPr>
            <p:cNvPr id="11" name="Shape 277"/>
            <p:cNvCxnSpPr/>
            <p:nvPr/>
          </p:nvCxnSpPr>
          <p:spPr>
            <a:xfrm flipH="1">
              <a:off x="0" y="15875"/>
              <a:ext cx="762000" cy="885900"/>
            </a:xfrm>
            <a:prstGeom prst="straightConnector1">
              <a:avLst/>
            </a:prstGeom>
            <a:noFill/>
            <a:ln w="63500" cap="rnd" cmpd="sng">
              <a:solidFill>
                <a:srgbClr val="FFFF00"/>
              </a:solidFill>
              <a:prstDash val="solid"/>
              <a:miter/>
              <a:headEnd type="none" w="med" len="med"/>
              <a:tailEnd type="none" w="med" len="med"/>
            </a:ln>
          </p:spPr>
        </p:cxnSp>
        <p:cxnSp>
          <p:nvCxnSpPr>
            <p:cNvPr id="12" name="Shape 278"/>
            <p:cNvCxnSpPr/>
            <p:nvPr/>
          </p:nvCxnSpPr>
          <p:spPr>
            <a:xfrm>
              <a:off x="0" y="0"/>
              <a:ext cx="571500" cy="796799"/>
            </a:xfrm>
            <a:prstGeom prst="straightConnector1">
              <a:avLst/>
            </a:prstGeom>
            <a:noFill/>
            <a:ln w="63500" cap="rnd" cmpd="sng">
              <a:solidFill>
                <a:srgbClr val="FFFF00"/>
              </a:solidFill>
              <a:prstDash val="solid"/>
              <a:miter/>
              <a:headEnd type="none" w="med" len="med"/>
              <a:tailEnd type="none" w="med" len="med"/>
            </a:ln>
          </p:spPr>
        </p:cxnSp>
      </p:grpSp>
      <p:sp>
        <p:nvSpPr>
          <p:cNvPr id="13" name="Shape 279"/>
          <p:cNvSpPr txBox="1"/>
          <p:nvPr/>
        </p:nvSpPr>
        <p:spPr>
          <a:xfrm>
            <a:off x="11852275" y="5256202"/>
            <a:ext cx="1669799" cy="93990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5800" u="none" strike="noStrike" cap="none">
                <a:solidFill>
                  <a:schemeClr val="lt1"/>
                </a:solidFill>
                <a:latin typeface="Arial" charset="0"/>
                <a:ea typeface="Arial" charset="0"/>
                <a:cs typeface="Arial" charset="0"/>
                <a:sym typeface="Cabin"/>
              </a:rPr>
              <a:t>100</a:t>
            </a:r>
          </a:p>
        </p:txBody>
      </p:sp>
      <p:sp>
        <p:nvSpPr>
          <p:cNvPr id="14" name="Shape 263"/>
          <p:cNvSpPr txBox="1"/>
          <p:nvPr/>
        </p:nvSpPr>
        <p:spPr>
          <a:xfrm>
            <a:off x="2624125" y="5314827"/>
            <a:ext cx="4038900" cy="23876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00FF00"/>
              </a:buClr>
              <a:buSzPct val="25000"/>
              <a:buFont typeface="Cabin"/>
              <a:buNone/>
            </a:pPr>
            <a:r>
              <a:rPr lang="en-US" sz="4800" i="0" u="none" strike="noStrike" cap="none" dirty="0">
                <a:solidFill>
                  <a:srgbClr val="00FF00"/>
                </a:solidFill>
                <a:latin typeface="Courier"/>
                <a:ea typeface="Courier"/>
                <a:cs typeface="Courier"/>
                <a:sym typeface="Courier New"/>
              </a:rPr>
              <a:t>x </a:t>
            </a:r>
            <a:r>
              <a:rPr lang="en-US" sz="4800" i="0" u="none" strike="noStrike" cap="none" dirty="0">
                <a:solidFill>
                  <a:srgbClr val="FFFFFF"/>
                </a:solidFill>
                <a:latin typeface="Courier"/>
                <a:ea typeface="Courier"/>
                <a:cs typeface="Courier"/>
                <a:sym typeface="Courier New"/>
              </a:rPr>
              <a:t>=</a:t>
            </a:r>
            <a:r>
              <a:rPr lang="en-US" sz="4800" i="0" u="none" strike="noStrike" cap="none" dirty="0">
                <a:solidFill>
                  <a:srgbClr val="FFFF00"/>
                </a:solidFill>
                <a:latin typeface="Courier"/>
                <a:ea typeface="Courier"/>
                <a:cs typeface="Courier"/>
                <a:sym typeface="Courier New"/>
              </a:rPr>
              <a:t> </a:t>
            </a:r>
            <a:r>
              <a:rPr lang="en-US" sz="4800" i="0" u="none" strike="noStrike" cap="none" dirty="0">
                <a:solidFill>
                  <a:srgbClr val="FF9900"/>
                </a:solidFill>
                <a:latin typeface="Courier"/>
                <a:ea typeface="Courier"/>
                <a:cs typeface="Courier"/>
                <a:sym typeface="Courier New"/>
              </a:rPr>
              <a:t>12.2</a:t>
            </a:r>
          </a:p>
          <a:p>
            <a:pPr marL="0" marR="0" lvl="0" indent="0" algn="l" rtl="0">
              <a:lnSpc>
                <a:spcPct val="100000"/>
              </a:lnSpc>
              <a:spcBef>
                <a:spcPts val="0"/>
              </a:spcBef>
              <a:spcAft>
                <a:spcPts val="0"/>
              </a:spcAft>
              <a:buClr>
                <a:srgbClr val="00FF00"/>
              </a:buClr>
              <a:buSzPct val="25000"/>
              <a:buFont typeface="Cabin"/>
              <a:buNone/>
            </a:pPr>
            <a:r>
              <a:rPr lang="en-US" sz="4800" i="0" u="none" strike="noStrike" cap="none" dirty="0">
                <a:solidFill>
                  <a:srgbClr val="00FF00"/>
                </a:solidFill>
                <a:latin typeface="Courier"/>
                <a:ea typeface="Courier"/>
                <a:cs typeface="Courier"/>
                <a:sym typeface="Courier New"/>
              </a:rPr>
              <a:t>y</a:t>
            </a:r>
            <a:r>
              <a:rPr lang="en-US" sz="4800" i="0" u="none" strike="noStrike" cap="none" dirty="0">
                <a:solidFill>
                  <a:srgbClr val="FFFF00"/>
                </a:solidFill>
                <a:latin typeface="Courier"/>
                <a:ea typeface="Courier"/>
                <a:cs typeface="Courier"/>
                <a:sym typeface="Courier New"/>
              </a:rPr>
              <a:t> </a:t>
            </a:r>
            <a:r>
              <a:rPr lang="en-US" sz="4800" i="0" u="none" strike="noStrike" cap="none" dirty="0">
                <a:solidFill>
                  <a:srgbClr val="FFFFFF"/>
                </a:solidFill>
                <a:latin typeface="Courier"/>
                <a:ea typeface="Courier"/>
                <a:cs typeface="Courier"/>
                <a:sym typeface="Courier New"/>
              </a:rPr>
              <a:t>=</a:t>
            </a:r>
            <a:r>
              <a:rPr lang="en-US" sz="4800" i="0" u="none" strike="noStrike" cap="none" dirty="0">
                <a:solidFill>
                  <a:srgbClr val="FFFF00"/>
                </a:solidFill>
                <a:latin typeface="Courier"/>
                <a:ea typeface="Courier"/>
                <a:cs typeface="Courier"/>
                <a:sym typeface="Courier New"/>
              </a:rPr>
              <a:t> </a:t>
            </a:r>
            <a:r>
              <a:rPr lang="en-US" sz="4800" i="0" u="none" strike="noStrike" cap="none" dirty="0">
                <a:solidFill>
                  <a:srgbClr val="FF9900"/>
                </a:solidFill>
                <a:latin typeface="Courier"/>
                <a:ea typeface="Courier"/>
                <a:cs typeface="Courier"/>
                <a:sym typeface="Courier New"/>
              </a:rPr>
              <a:t>14</a:t>
            </a:r>
          </a:p>
          <a:p>
            <a:r>
              <a:rPr lang="en-US" sz="4800" dirty="0">
                <a:solidFill>
                  <a:srgbClr val="00FF00"/>
                </a:solidFill>
                <a:latin typeface="Courier"/>
                <a:ea typeface="Courier"/>
                <a:cs typeface="Courier"/>
                <a:sym typeface="Courier New"/>
              </a:rPr>
              <a:t>x </a:t>
            </a:r>
            <a:r>
              <a:rPr lang="en-US" sz="4800" dirty="0">
                <a:solidFill>
                  <a:srgbClr val="FFFFFF"/>
                </a:solidFill>
                <a:latin typeface="Courier"/>
                <a:ea typeface="Courier"/>
                <a:cs typeface="Courier"/>
                <a:sym typeface="Courier New"/>
              </a:rPr>
              <a:t>=</a:t>
            </a:r>
            <a:r>
              <a:rPr lang="en-US" sz="4800" dirty="0">
                <a:solidFill>
                  <a:srgbClr val="FFFF00"/>
                </a:solidFill>
                <a:latin typeface="Courier"/>
                <a:ea typeface="Courier"/>
                <a:cs typeface="Courier"/>
                <a:sym typeface="Courier New"/>
              </a:rPr>
              <a:t> </a:t>
            </a:r>
            <a:r>
              <a:rPr lang="en-US" sz="4800" dirty="0">
                <a:solidFill>
                  <a:srgbClr val="FF9900"/>
                </a:solidFill>
                <a:latin typeface="Courier"/>
                <a:ea typeface="Courier"/>
                <a:cs typeface="Courier"/>
                <a:sym typeface="Courier New"/>
              </a:rPr>
              <a:t>100</a:t>
            </a:r>
          </a:p>
        </p:txBody>
      </p:sp>
    </p:spTree>
    <p:extLst>
      <p:ext uri="{BB962C8B-B14F-4D97-AF65-F5344CB8AC3E}">
        <p14:creationId xmlns:p14="http://schemas.microsoft.com/office/powerpoint/2010/main" val="804962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Shape 257"/>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u="none" strike="noStrike" cap="none" dirty="0">
                <a:solidFill>
                  <a:srgbClr val="FFD966"/>
                </a:solidFill>
                <a:latin typeface="Arial" charset="0"/>
                <a:ea typeface="Arial" charset="0"/>
                <a:cs typeface="Arial" charset="0"/>
                <a:sym typeface="Cabin"/>
              </a:rPr>
              <a:t>Cod</a:t>
            </a:r>
            <a:r>
              <a:rPr lang="en-US" sz="7600" dirty="0">
                <a:solidFill>
                  <a:srgbClr val="FFD966"/>
                </a:solidFill>
                <a:latin typeface="Arial" charset="0"/>
                <a:ea typeface="Arial" charset="0"/>
                <a:cs typeface="Arial" charset="0"/>
                <a:sym typeface="Cabin"/>
              </a:rPr>
              <a:t>e Break!</a:t>
            </a:r>
            <a:endParaRPr lang="en-US" sz="7600" u="none" strike="noStrike" cap="none" dirty="0">
              <a:solidFill>
                <a:srgbClr val="FFD966"/>
              </a:solidFill>
              <a:latin typeface="Arial" charset="0"/>
              <a:ea typeface="Arial" charset="0"/>
              <a:cs typeface="Arial" charset="0"/>
              <a:sym typeface="Cabin"/>
            </a:endParaRPr>
          </a:p>
        </p:txBody>
      </p:sp>
      <p:sp>
        <p:nvSpPr>
          <p:cNvPr id="258" name="Shape 258"/>
          <p:cNvSpPr txBox="1">
            <a:spLocks noGrp="1"/>
          </p:cNvSpPr>
          <p:nvPr>
            <p:ph type="body" idx="1"/>
          </p:nvPr>
        </p:nvSpPr>
        <p:spPr>
          <a:xfrm>
            <a:off x="812800" y="3826934"/>
            <a:ext cx="14630400" cy="2674938"/>
          </a:xfrm>
          <a:prstGeom prst="rect">
            <a:avLst/>
          </a:prstGeom>
          <a:noFill/>
          <a:ln>
            <a:noFill/>
          </a:ln>
        </p:spPr>
        <p:txBody>
          <a:bodyPr lIns="38100" tIns="38100" rIns="38100" bIns="38100" anchor="ctr" anchorCtr="0">
            <a:noAutofit/>
          </a:bodyPr>
          <a:lstStyle/>
          <a:p>
            <a:pPr lvl="0" indent="-371094">
              <a:spcBef>
                <a:spcPts val="0"/>
              </a:spcBef>
              <a:buSzPct val="100000"/>
            </a:pPr>
            <a:r>
              <a:rPr lang="en-US" sz="3200" u="none" strike="noStrike" cap="none" dirty="0">
                <a:solidFill>
                  <a:schemeClr val="lt1"/>
                </a:solidFill>
                <a:latin typeface="Arial" charset="0"/>
                <a:ea typeface="Arial" charset="0"/>
                <a:cs typeface="Arial" charset="0"/>
                <a:sym typeface="Cabin"/>
              </a:rPr>
              <a:t>Start Python and make some </a:t>
            </a:r>
            <a:r>
              <a:rPr lang="en-US" sz="3200" dirty="0">
                <a:solidFill>
                  <a:srgbClr val="00FF00"/>
                </a:solidFill>
                <a:latin typeface="Courier"/>
                <a:ea typeface="Courier"/>
                <a:cs typeface="Courier"/>
                <a:sym typeface="Courier New"/>
              </a:rPr>
              <a:t>variables</a:t>
            </a:r>
          </a:p>
          <a:p>
            <a:pPr lvl="0" indent="-371094">
              <a:spcBef>
                <a:spcPts val="0"/>
              </a:spcBef>
              <a:buSzPct val="100000"/>
            </a:pPr>
            <a:r>
              <a:rPr lang="en-US" sz="3200" dirty="0">
                <a:solidFill>
                  <a:schemeClr val="lt1"/>
                </a:solidFill>
                <a:latin typeface="Arial" charset="0"/>
                <a:ea typeface="Arial" charset="0"/>
                <a:cs typeface="Arial" charset="0"/>
                <a:sym typeface="Cabin"/>
              </a:rPr>
              <a:t>Try changing the values of your variables, what happens?</a:t>
            </a:r>
            <a:endParaRPr lang="en-US" sz="3200" u="none" strike="noStrike" cap="none" dirty="0">
              <a:solidFill>
                <a:schemeClr val="lt1"/>
              </a:solidFill>
              <a:latin typeface="Arial" charset="0"/>
              <a:ea typeface="Arial" charset="0"/>
              <a:cs typeface="Arial" charset="0"/>
              <a:sym typeface="Cabin"/>
            </a:endParaRPr>
          </a:p>
        </p:txBody>
      </p:sp>
    </p:spTree>
    <p:extLst>
      <p:ext uri="{BB962C8B-B14F-4D97-AF65-F5344CB8AC3E}">
        <p14:creationId xmlns:p14="http://schemas.microsoft.com/office/powerpoint/2010/main" val="39624154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Shape 285"/>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7600" u="none" strike="noStrike" cap="none">
                <a:solidFill>
                  <a:srgbClr val="FFD966"/>
                </a:solidFill>
                <a:latin typeface="Arial" charset="0"/>
                <a:ea typeface="Arial" charset="0"/>
                <a:cs typeface="Arial" charset="0"/>
                <a:sym typeface="Cabin"/>
              </a:rPr>
              <a:t>Python Variable Name Rules</a:t>
            </a:r>
          </a:p>
        </p:txBody>
      </p:sp>
      <p:sp>
        <p:nvSpPr>
          <p:cNvPr id="286" name="Shape 286"/>
          <p:cNvSpPr txBox="1">
            <a:spLocks noGrp="1"/>
          </p:cNvSpPr>
          <p:nvPr>
            <p:ph type="body" idx="1"/>
          </p:nvPr>
        </p:nvSpPr>
        <p:spPr>
          <a:xfrm>
            <a:off x="812800" y="2133601"/>
            <a:ext cx="14630400" cy="3124200"/>
          </a:xfrm>
          <a:prstGeom prst="rect">
            <a:avLst/>
          </a:prstGeom>
          <a:noFill/>
          <a:ln>
            <a:noFill/>
          </a:ln>
        </p:spPr>
        <p:txBody>
          <a:bodyPr lIns="38100" tIns="38100" rIns="38100" bIns="38100" anchor="ctr" anchorCtr="0">
            <a:noAutofit/>
          </a:bodyPr>
          <a:lstStyle/>
          <a:p>
            <a:pPr marL="949706" indent="-571500">
              <a:spcBef>
                <a:spcPts val="0"/>
              </a:spcBef>
              <a:buSzPct val="100000"/>
            </a:pPr>
            <a:r>
              <a:rPr lang="en-US" sz="3600" u="none" strike="noStrike" cap="none" dirty="0">
                <a:solidFill>
                  <a:schemeClr val="lt1"/>
                </a:solidFill>
                <a:latin typeface="Arial" charset="0"/>
                <a:ea typeface="Arial" charset="0"/>
                <a:cs typeface="Arial" charset="0"/>
                <a:sym typeface="Cabin"/>
              </a:rPr>
              <a:t>Must start with a letter or underscore _ </a:t>
            </a:r>
          </a:p>
          <a:p>
            <a:pPr marL="949706" indent="-571500">
              <a:buSzPct val="100000"/>
            </a:pPr>
            <a:r>
              <a:rPr lang="en-US" sz="3600" u="none" strike="noStrike" cap="none" dirty="0">
                <a:solidFill>
                  <a:schemeClr val="lt1"/>
                </a:solidFill>
                <a:latin typeface="Arial" charset="0"/>
                <a:ea typeface="Arial" charset="0"/>
                <a:cs typeface="Arial" charset="0"/>
                <a:sym typeface="Cabin"/>
              </a:rPr>
              <a:t>Must consist of letters, numbers, and underscores</a:t>
            </a:r>
          </a:p>
          <a:p>
            <a:pPr marL="949706" indent="-571500">
              <a:buSzPct val="100000"/>
            </a:pPr>
            <a:r>
              <a:rPr lang="en-US" sz="3600" u="none" strike="noStrike" cap="none" dirty="0">
                <a:solidFill>
                  <a:schemeClr val="lt1"/>
                </a:solidFill>
                <a:latin typeface="Arial" charset="0"/>
                <a:ea typeface="Arial" charset="0"/>
                <a:cs typeface="Arial" charset="0"/>
                <a:sym typeface="Cabin"/>
              </a:rPr>
              <a:t>Case Sensitive</a:t>
            </a:r>
            <a:br>
              <a:rPr lang="en-US" sz="3600" dirty="0">
                <a:solidFill>
                  <a:schemeClr val="lt1"/>
                </a:solidFill>
                <a:latin typeface="Arial" charset="0"/>
                <a:ea typeface="Arial" charset="0"/>
                <a:cs typeface="Arial" charset="0"/>
                <a:sym typeface="Cabin"/>
              </a:rPr>
            </a:br>
            <a:endParaRPr lang="en-US" sz="3600" dirty="0">
              <a:solidFill>
                <a:schemeClr val="lt1"/>
              </a:solidFill>
              <a:latin typeface="Arial" charset="0"/>
              <a:ea typeface="Arial" charset="0"/>
              <a:cs typeface="Arial" charset="0"/>
              <a:sym typeface="Cabin"/>
            </a:endParaRPr>
          </a:p>
        </p:txBody>
      </p:sp>
      <p:sp>
        <p:nvSpPr>
          <p:cNvPr id="3" name="TextBox 2"/>
          <p:cNvSpPr txBox="1"/>
          <p:nvPr/>
        </p:nvSpPr>
        <p:spPr>
          <a:xfrm>
            <a:off x="2234291" y="5500691"/>
            <a:ext cx="11551560" cy="1754326"/>
          </a:xfrm>
          <a:prstGeom prst="rect">
            <a:avLst/>
          </a:prstGeom>
          <a:noFill/>
        </p:spPr>
        <p:txBody>
          <a:bodyPr wrap="none" rtlCol="0">
            <a:spAutoFit/>
          </a:bodyPr>
          <a:lstStyle/>
          <a:p>
            <a:r>
              <a:rPr lang="en-US" sz="3600" dirty="0">
                <a:solidFill>
                  <a:srgbClr val="00FA00"/>
                </a:solidFill>
                <a:latin typeface="Courier" charset="0"/>
                <a:ea typeface="Courier" charset="0"/>
                <a:cs typeface="Courier" charset="0"/>
              </a:rPr>
              <a:t>Good:    </a:t>
            </a:r>
            <a:r>
              <a:rPr lang="en-US" sz="3600" dirty="0">
                <a:solidFill>
                  <a:schemeClr val="bg1"/>
                </a:solidFill>
                <a:latin typeface="Courier" charset="0"/>
                <a:ea typeface="Courier" charset="0"/>
                <a:cs typeface="Courier" charset="0"/>
              </a:rPr>
              <a:t>spam    eggs   spam23    _speed</a:t>
            </a:r>
          </a:p>
          <a:p>
            <a:r>
              <a:rPr lang="en-US" sz="3600" dirty="0">
                <a:solidFill>
                  <a:srgbClr val="FF545A"/>
                </a:solidFill>
                <a:latin typeface="Courier" charset="0"/>
                <a:ea typeface="Courier" charset="0"/>
                <a:cs typeface="Courier" charset="0"/>
              </a:rPr>
              <a:t>Bad:</a:t>
            </a:r>
            <a:r>
              <a:rPr lang="en-US" sz="3600" dirty="0">
                <a:solidFill>
                  <a:srgbClr val="FF0000"/>
                </a:solidFill>
                <a:latin typeface="Courier" charset="0"/>
                <a:ea typeface="Courier" charset="0"/>
                <a:cs typeface="Courier" charset="0"/>
              </a:rPr>
              <a:t>     </a:t>
            </a:r>
            <a:r>
              <a:rPr lang="en-US" sz="3600" dirty="0">
                <a:solidFill>
                  <a:schemeClr val="bg1"/>
                </a:solidFill>
                <a:latin typeface="Courier" charset="0"/>
                <a:ea typeface="Courier" charset="0"/>
                <a:cs typeface="Courier" charset="0"/>
              </a:rPr>
              <a:t>23spam     #sign  var.12</a:t>
            </a:r>
          </a:p>
          <a:p>
            <a:r>
              <a:rPr lang="en-US" sz="3600" dirty="0">
                <a:solidFill>
                  <a:srgbClr val="00FDFF"/>
                </a:solidFill>
                <a:latin typeface="Courier" charset="0"/>
                <a:ea typeface="Courier" charset="0"/>
                <a:cs typeface="Courier" charset="0"/>
              </a:rPr>
              <a:t>Different:    </a:t>
            </a:r>
            <a:r>
              <a:rPr lang="en-US" sz="3600" dirty="0">
                <a:solidFill>
                  <a:schemeClr val="bg1"/>
                </a:solidFill>
                <a:latin typeface="Courier" charset="0"/>
                <a:ea typeface="Courier" charset="0"/>
                <a:cs typeface="Courier" charset="0"/>
              </a:rPr>
              <a:t>spam   Spam   SPAM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Shape 506"/>
          <p:cNvSpPr txBox="1">
            <a:spLocks noGrp="1"/>
          </p:cNvSpPr>
          <p:nvPr>
            <p:ph type="title"/>
          </p:nvPr>
        </p:nvSpPr>
        <p:spPr>
          <a:prstGeom prst="rect">
            <a:avLst/>
          </a:prstGeom>
          <a:noFill/>
          <a:ln>
            <a:noFill/>
          </a:ln>
        </p:spPr>
        <p:txBody>
          <a:bodyPr lIns="50800" tIns="50800" rIns="50800" bIns="508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800" u="none" strike="noStrike" cap="none">
                <a:solidFill>
                  <a:srgbClr val="FFD966"/>
                </a:solidFill>
                <a:latin typeface="Arial" charset="0"/>
                <a:ea typeface="Arial" charset="0"/>
                <a:cs typeface="Arial" charset="0"/>
                <a:sym typeface="Cabin"/>
              </a:rPr>
              <a:t>Mnemonic Variable Names</a:t>
            </a:r>
          </a:p>
        </p:txBody>
      </p:sp>
      <p:sp>
        <p:nvSpPr>
          <p:cNvPr id="507" name="Shape 507"/>
          <p:cNvSpPr txBox="1">
            <a:spLocks noGrp="1"/>
          </p:cNvSpPr>
          <p:nvPr>
            <p:ph type="body" idx="1"/>
          </p:nvPr>
        </p:nvSpPr>
        <p:spPr>
          <a:xfrm>
            <a:off x="812800" y="2133600"/>
            <a:ext cx="14630400" cy="4995863"/>
          </a:xfrm>
          <a:prstGeom prst="rect">
            <a:avLst/>
          </a:prstGeom>
          <a:noFill/>
          <a:ln>
            <a:noFill/>
          </a:ln>
        </p:spPr>
        <p:txBody>
          <a:bodyPr lIns="50800" tIns="50800" rIns="50800" bIns="50800" anchor="ctr" anchorCtr="0">
            <a:noAutofit/>
          </a:bodyPr>
          <a:lstStyle/>
          <a:p>
            <a:pPr marL="1104900" marR="0" lvl="0" indent="-603377" algn="l" rtl="0">
              <a:lnSpc>
                <a:spcPct val="10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Since we programmers are given a choice in how we choose our variable names, there is a bit of </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best practice</a:t>
            </a:r>
            <a:r>
              <a:rPr lang="en-US" sz="3600" b="0" i="0" u="none" strike="noStrike" cap="none" dirty="0">
                <a:solidFill>
                  <a:schemeClr val="lt1"/>
                </a:solidFill>
                <a:latin typeface="Arial"/>
                <a:ea typeface="Arial"/>
                <a:cs typeface="Arial"/>
                <a:sym typeface="Arial"/>
              </a:rPr>
              <a:t>”</a:t>
            </a:r>
          </a:p>
          <a:p>
            <a:pPr marL="1104900" marR="0" lvl="0" indent="-603377" algn="l" rtl="0">
              <a:lnSpc>
                <a:spcPct val="100000"/>
              </a:lnSpc>
              <a:spcBef>
                <a:spcPts val="23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We name variables to help us remember what we intend to store in them (</a:t>
            </a:r>
            <a:r>
              <a:rPr lang="en-US" sz="3600" b="0" i="0" u="none" strike="noStrike" cap="none" dirty="0">
                <a:solidFill>
                  <a:schemeClr val="lt1"/>
                </a:solidFill>
                <a:latin typeface="Arial"/>
                <a:ea typeface="Arial"/>
                <a:cs typeface="Arial"/>
                <a:sym typeface="Arial"/>
              </a:rPr>
              <a:t>“</a:t>
            </a:r>
            <a:r>
              <a:rPr lang="en-US" sz="3600" u="none" strike="noStrike" cap="none" dirty="0">
                <a:solidFill>
                  <a:srgbClr val="FFFF00"/>
                </a:solidFill>
                <a:latin typeface="Arial" charset="0"/>
                <a:ea typeface="Arial" charset="0"/>
                <a:cs typeface="Arial" charset="0"/>
                <a:sym typeface="Cabin"/>
              </a:rPr>
              <a:t>mnemonic</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 = </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memory aid</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a:t>
            </a:r>
          </a:p>
        </p:txBody>
      </p:sp>
      <p:sp>
        <p:nvSpPr>
          <p:cNvPr id="508" name="Shape 508"/>
          <p:cNvSpPr txBox="1"/>
          <p:nvPr/>
        </p:nvSpPr>
        <p:spPr>
          <a:xfrm>
            <a:off x="3980350" y="7521575"/>
            <a:ext cx="8295300" cy="66030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3000" u="sng" strike="noStrike" cap="none">
                <a:solidFill>
                  <a:srgbClr val="FFFF00"/>
                </a:solidFill>
                <a:latin typeface="Arial" charset="0"/>
                <a:ea typeface="Arial" charset="0"/>
                <a:cs typeface="Arial" charset="0"/>
                <a:sym typeface="Cabin"/>
                <a:hlinkClick r:id="rId3"/>
              </a:rPr>
              <a:t>http://en.wikipedia.org/wiki/Mnemonic </a:t>
            </a:r>
          </a:p>
        </p:txBody>
      </p:sp>
    </p:spTree>
    <p:extLst>
      <p:ext uri="{BB962C8B-B14F-4D97-AF65-F5344CB8AC3E}">
        <p14:creationId xmlns:p14="http://schemas.microsoft.com/office/powerpoint/2010/main" val="135090695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12"/>
        <p:cNvGrpSpPr/>
        <p:nvPr/>
      </p:nvGrpSpPr>
      <p:grpSpPr>
        <a:xfrm>
          <a:off x="0" y="0"/>
          <a:ext cx="0" cy="0"/>
          <a:chOff x="0" y="0"/>
          <a:chExt cx="0" cy="0"/>
        </a:xfrm>
      </p:grpSpPr>
      <p:sp>
        <p:nvSpPr>
          <p:cNvPr id="513" name="Shape 513"/>
          <p:cNvSpPr txBox="1"/>
          <p:nvPr/>
        </p:nvSpPr>
        <p:spPr>
          <a:xfrm>
            <a:off x="1208073" y="1676400"/>
            <a:ext cx="8341499" cy="2336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x1q3z9ocd = 35.0 </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x1q3z9afd = 12.50</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x1q3p9afd = x1q3z9ocd * x1q3z9afd</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print(x1q3p9afd)</a:t>
            </a:r>
          </a:p>
        </p:txBody>
      </p:sp>
      <p:sp>
        <p:nvSpPr>
          <p:cNvPr id="514" name="Shape 514"/>
          <p:cNvSpPr txBox="1"/>
          <p:nvPr/>
        </p:nvSpPr>
        <p:spPr>
          <a:xfrm>
            <a:off x="1536700" y="6057900"/>
            <a:ext cx="3860400" cy="1219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800" u="none" strike="noStrike" cap="none" dirty="0">
                <a:solidFill>
                  <a:schemeClr val="lt1"/>
                </a:solidFill>
                <a:latin typeface="Arial" charset="0"/>
                <a:ea typeface="Arial" charset="0"/>
                <a:cs typeface="Arial" charset="0"/>
                <a:sym typeface="Cabin"/>
              </a:rPr>
              <a:t>What does </a:t>
            </a:r>
            <a:r>
              <a:rPr lang="en-US" sz="3800" u="none" strike="noStrike" cap="none" dirty="0">
                <a:solidFill>
                  <a:srgbClr val="FFFD38"/>
                </a:solidFill>
                <a:latin typeface="Arial" charset="0"/>
                <a:ea typeface="Arial" charset="0"/>
                <a:cs typeface="Arial" charset="0"/>
                <a:sym typeface="Cabin"/>
              </a:rPr>
              <a:t>this</a:t>
            </a:r>
            <a:r>
              <a:rPr lang="en-US" sz="3800" u="none" strike="noStrike" cap="none" dirty="0">
                <a:solidFill>
                  <a:schemeClr val="lt1"/>
                </a:solidFill>
                <a:latin typeface="Arial" charset="0"/>
                <a:ea typeface="Arial" charset="0"/>
                <a:cs typeface="Arial" charset="0"/>
                <a:sym typeface="Cabin"/>
              </a:rPr>
              <a:t> code do?</a:t>
            </a:r>
          </a:p>
        </p:txBody>
      </p:sp>
    </p:spTree>
    <p:extLst>
      <p:ext uri="{BB962C8B-B14F-4D97-AF65-F5344CB8AC3E}">
        <p14:creationId xmlns:p14="http://schemas.microsoft.com/office/powerpoint/2010/main" val="15384186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18"/>
        <p:cNvGrpSpPr/>
        <p:nvPr/>
      </p:nvGrpSpPr>
      <p:grpSpPr>
        <a:xfrm>
          <a:off x="0" y="0"/>
          <a:ext cx="0" cy="0"/>
          <a:chOff x="0" y="0"/>
          <a:chExt cx="0" cy="0"/>
        </a:xfrm>
      </p:grpSpPr>
      <p:sp>
        <p:nvSpPr>
          <p:cNvPr id="519" name="Shape 519"/>
          <p:cNvSpPr txBox="1"/>
          <p:nvPr/>
        </p:nvSpPr>
        <p:spPr>
          <a:xfrm>
            <a:off x="1208073" y="1676400"/>
            <a:ext cx="8341499" cy="2336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x1q3z9ocd = 35.0 </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x1q3z9afd = 12.50</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x1q3p9afd = x1q3z9ocd * x1q3z9afd</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print(x1q3p9afd)</a:t>
            </a:r>
          </a:p>
        </p:txBody>
      </p:sp>
      <p:sp>
        <p:nvSpPr>
          <p:cNvPr id="520" name="Shape 520"/>
          <p:cNvSpPr txBox="1"/>
          <p:nvPr/>
        </p:nvSpPr>
        <p:spPr>
          <a:xfrm>
            <a:off x="11531600" y="1676400"/>
            <a:ext cx="2109899" cy="2336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a = 35.0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b = 12.50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c = a * b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print(c)</a:t>
            </a:r>
          </a:p>
        </p:txBody>
      </p:sp>
      <p:sp>
        <p:nvSpPr>
          <p:cNvPr id="521" name="Shape 521"/>
          <p:cNvSpPr txBox="1"/>
          <p:nvPr/>
        </p:nvSpPr>
        <p:spPr>
          <a:xfrm>
            <a:off x="1536700" y="6057900"/>
            <a:ext cx="4186416" cy="1219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800" u="none" strike="noStrike" cap="none" dirty="0">
                <a:solidFill>
                  <a:schemeClr val="lt1"/>
                </a:solidFill>
                <a:latin typeface="Arial" charset="0"/>
                <a:ea typeface="Arial" charset="0"/>
                <a:cs typeface="Arial" charset="0"/>
                <a:sym typeface="Cabin"/>
              </a:rPr>
              <a:t>What about </a:t>
            </a:r>
            <a:r>
              <a:rPr lang="en-US" sz="3800" u="none" strike="noStrike" cap="none" dirty="0">
                <a:solidFill>
                  <a:srgbClr val="2DFFFE"/>
                </a:solidFill>
                <a:latin typeface="Arial" charset="0"/>
                <a:ea typeface="Arial" charset="0"/>
                <a:cs typeface="Arial" charset="0"/>
                <a:sym typeface="Cabin"/>
              </a:rPr>
              <a:t>that</a:t>
            </a:r>
            <a:r>
              <a:rPr lang="en-US" sz="3800" u="none" strike="noStrike" cap="none" dirty="0">
                <a:solidFill>
                  <a:schemeClr val="lt1"/>
                </a:solidFill>
                <a:latin typeface="Arial" charset="0"/>
                <a:ea typeface="Arial" charset="0"/>
                <a:cs typeface="Arial" charset="0"/>
                <a:sym typeface="Cabin"/>
              </a:rPr>
              <a:t> code?</a:t>
            </a:r>
          </a:p>
        </p:txBody>
      </p:sp>
    </p:spTree>
    <p:extLst>
      <p:ext uri="{BB962C8B-B14F-4D97-AF65-F5344CB8AC3E}">
        <p14:creationId xmlns:p14="http://schemas.microsoft.com/office/powerpoint/2010/main" val="14353888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sp>
        <p:nvSpPr>
          <p:cNvPr id="526" name="Shape 526"/>
          <p:cNvSpPr txBox="1"/>
          <p:nvPr/>
        </p:nvSpPr>
        <p:spPr>
          <a:xfrm>
            <a:off x="1208073" y="1676400"/>
            <a:ext cx="8341499" cy="2336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x1q3z9ocd = 35.0 </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x1q3z9afd = 12.50</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x1q3p9afd = x1q3z9ocd * x1q3z9afd</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print(x1q3p9afd)</a:t>
            </a:r>
          </a:p>
        </p:txBody>
      </p:sp>
      <p:sp>
        <p:nvSpPr>
          <p:cNvPr id="527" name="Shape 527"/>
          <p:cNvSpPr txBox="1"/>
          <p:nvPr/>
        </p:nvSpPr>
        <p:spPr>
          <a:xfrm>
            <a:off x="7137400" y="5499100"/>
            <a:ext cx="5208599" cy="2336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hours = 35.0 </a:t>
            </a: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rate = 12.50 </a:t>
            </a: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pay = hours * rate </a:t>
            </a: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print(pay)</a:t>
            </a:r>
          </a:p>
        </p:txBody>
      </p:sp>
      <p:sp>
        <p:nvSpPr>
          <p:cNvPr id="528" name="Shape 528"/>
          <p:cNvSpPr txBox="1"/>
          <p:nvPr/>
        </p:nvSpPr>
        <p:spPr>
          <a:xfrm>
            <a:off x="11531600" y="1676400"/>
            <a:ext cx="2109786" cy="23368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a = 35.0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b = 12.50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c = a * b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00FFFF"/>
                </a:solidFill>
                <a:latin typeface="Courier"/>
                <a:ea typeface="Courier"/>
                <a:cs typeface="Courier"/>
                <a:sym typeface="Courier New"/>
              </a:rPr>
              <a:t>print(c)</a:t>
            </a:r>
          </a:p>
        </p:txBody>
      </p:sp>
      <p:sp>
        <p:nvSpPr>
          <p:cNvPr id="529" name="Shape 529"/>
          <p:cNvSpPr txBox="1"/>
          <p:nvPr/>
        </p:nvSpPr>
        <p:spPr>
          <a:xfrm>
            <a:off x="1505339" y="6057900"/>
            <a:ext cx="4249136" cy="1219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800" u="none" strike="noStrike" cap="none" dirty="0">
                <a:solidFill>
                  <a:schemeClr val="lt1"/>
                </a:solidFill>
                <a:latin typeface="Arial" charset="0"/>
                <a:ea typeface="Arial" charset="0"/>
                <a:cs typeface="Arial" charset="0"/>
                <a:sym typeface="Cabin"/>
              </a:rPr>
              <a:t>And </a:t>
            </a:r>
            <a:r>
              <a:rPr lang="en-US" sz="3800" u="none" strike="noStrike" cap="none" dirty="0">
                <a:solidFill>
                  <a:srgbClr val="29FD2F"/>
                </a:solidFill>
                <a:latin typeface="Arial" charset="0"/>
                <a:ea typeface="Arial" charset="0"/>
                <a:cs typeface="Arial" charset="0"/>
                <a:sym typeface="Cabin"/>
              </a:rPr>
              <a:t>this</a:t>
            </a:r>
            <a:r>
              <a:rPr lang="en-US" sz="3800" u="none" strike="noStrike" cap="none" dirty="0">
                <a:solidFill>
                  <a:schemeClr val="lt1"/>
                </a:solidFill>
                <a:latin typeface="Arial" charset="0"/>
                <a:ea typeface="Arial" charset="0"/>
                <a:cs typeface="Arial" charset="0"/>
                <a:sym typeface="Cabin"/>
              </a:rPr>
              <a:t> code?</a:t>
            </a:r>
          </a:p>
        </p:txBody>
      </p:sp>
    </p:spTree>
    <p:extLst>
      <p:ext uri="{BB962C8B-B14F-4D97-AF65-F5344CB8AC3E}">
        <p14:creationId xmlns:p14="http://schemas.microsoft.com/office/powerpoint/2010/main" val="9723783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11"/>
        <p:cNvGrpSpPr/>
        <p:nvPr/>
      </p:nvGrpSpPr>
      <p:grpSpPr>
        <a:xfrm>
          <a:off x="0" y="0"/>
          <a:ext cx="0" cy="0"/>
          <a:chOff x="0" y="0"/>
          <a:chExt cx="0" cy="0"/>
        </a:xfrm>
      </p:grpSpPr>
      <p:sp>
        <p:nvSpPr>
          <p:cNvPr id="312" name="Shape 312"/>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7600" u="none" strike="noStrike" cap="none">
                <a:solidFill>
                  <a:srgbClr val="FFD966"/>
                </a:solidFill>
                <a:latin typeface="Arial" charset="0"/>
                <a:ea typeface="Arial" charset="0"/>
                <a:cs typeface="Arial" charset="0"/>
                <a:sym typeface="Cabin"/>
              </a:rPr>
              <a:t>Assignment Statements</a:t>
            </a:r>
          </a:p>
        </p:txBody>
      </p:sp>
      <p:sp>
        <p:nvSpPr>
          <p:cNvPr id="313" name="Shape 313"/>
          <p:cNvSpPr txBox="1">
            <a:spLocks noGrp="1"/>
          </p:cNvSpPr>
          <p:nvPr>
            <p:ph type="body" idx="1"/>
          </p:nvPr>
        </p:nvSpPr>
        <p:spPr>
          <a:xfrm>
            <a:off x="812800" y="2133601"/>
            <a:ext cx="14630400" cy="3143249"/>
          </a:xfrm>
          <a:prstGeom prst="rect">
            <a:avLst/>
          </a:prstGeom>
          <a:noFill/>
          <a:ln>
            <a:noFill/>
          </a:ln>
        </p:spPr>
        <p:txBody>
          <a:bodyPr lIns="38100" tIns="38100" rIns="38100" bIns="38100" anchor="ctr" anchorCtr="0">
            <a:noAutofit/>
          </a:bodyPr>
          <a:lstStyle/>
          <a:p>
            <a:pPr marL="457200" marR="0" lvl="0" indent="-457200" algn="l" rtl="0">
              <a:lnSpc>
                <a:spcPct val="100000"/>
              </a:lnSpc>
              <a:spcBef>
                <a:spcPts val="0"/>
              </a:spcBef>
              <a:spcAft>
                <a:spcPts val="0"/>
              </a:spcAft>
              <a:buSzPct val="100000"/>
              <a:buFont typeface="Cabin"/>
            </a:pPr>
            <a:r>
              <a:rPr lang="en-US" sz="3600" u="none" strike="noStrike" cap="none" dirty="0">
                <a:solidFill>
                  <a:schemeClr val="lt1"/>
                </a:solidFill>
                <a:latin typeface="Arial" charset="0"/>
                <a:ea typeface="Arial" charset="0"/>
                <a:cs typeface="Arial" charset="0"/>
                <a:sym typeface="Cabin"/>
              </a:rPr>
              <a:t>We assign a value to a variable using the </a:t>
            </a:r>
            <a:r>
              <a:rPr lang="en-US" sz="3600" u="none" strike="noStrike" cap="none" dirty="0">
                <a:solidFill>
                  <a:srgbClr val="FFFFFF"/>
                </a:solidFill>
                <a:latin typeface="Arial" charset="0"/>
                <a:ea typeface="Arial" charset="0"/>
                <a:cs typeface="Arial" charset="0"/>
                <a:sym typeface="Cabin"/>
              </a:rPr>
              <a:t>assignment</a:t>
            </a:r>
            <a:r>
              <a:rPr lang="en-US" sz="3600" u="none" strike="noStrike" cap="none" dirty="0">
                <a:solidFill>
                  <a:schemeClr val="lt1"/>
                </a:solidFill>
                <a:latin typeface="Arial" charset="0"/>
                <a:ea typeface="Arial" charset="0"/>
                <a:cs typeface="Arial" charset="0"/>
                <a:sym typeface="Cabin"/>
              </a:rPr>
              <a:t> statement (=)</a:t>
            </a:r>
          </a:p>
          <a:p>
            <a:pPr marL="457200" marR="0" lvl="0" indent="-457200" algn="l" rtl="0">
              <a:lnSpc>
                <a:spcPct val="100000"/>
              </a:lnSpc>
              <a:spcBef>
                <a:spcPts val="3500"/>
              </a:spcBef>
              <a:spcAft>
                <a:spcPts val="0"/>
              </a:spcAft>
              <a:buSzPct val="100000"/>
              <a:buFont typeface="Cabin"/>
            </a:pPr>
            <a:r>
              <a:rPr lang="en-US" sz="3600" u="none" strike="noStrike" cap="none" dirty="0">
                <a:solidFill>
                  <a:schemeClr val="lt1"/>
                </a:solidFill>
                <a:latin typeface="Arial" charset="0"/>
                <a:ea typeface="Arial" charset="0"/>
                <a:cs typeface="Arial" charset="0"/>
                <a:sym typeface="Cabin"/>
              </a:rPr>
              <a:t>An </a:t>
            </a:r>
            <a:r>
              <a:rPr lang="en-US" sz="3600" u="none" strike="noStrike" cap="none" dirty="0">
                <a:solidFill>
                  <a:srgbClr val="FFFFFF"/>
                </a:solidFill>
                <a:latin typeface="Arial" charset="0"/>
                <a:ea typeface="Arial" charset="0"/>
                <a:cs typeface="Arial" charset="0"/>
                <a:sym typeface="Cabin"/>
              </a:rPr>
              <a:t>assignment statement</a:t>
            </a:r>
            <a:r>
              <a:rPr lang="en-US" sz="3600" u="none" strike="noStrike" cap="none" dirty="0">
                <a:solidFill>
                  <a:schemeClr val="lt1"/>
                </a:solidFill>
                <a:latin typeface="Arial" charset="0"/>
                <a:ea typeface="Arial" charset="0"/>
                <a:cs typeface="Arial" charset="0"/>
                <a:sym typeface="Cabin"/>
              </a:rPr>
              <a:t> consists of an </a:t>
            </a:r>
            <a:r>
              <a:rPr lang="en-US" sz="3600" u="none" strike="noStrike" cap="none" dirty="0">
                <a:solidFill>
                  <a:srgbClr val="FFFF00"/>
                </a:solidFill>
                <a:latin typeface="Arial" charset="0"/>
                <a:ea typeface="Arial" charset="0"/>
                <a:cs typeface="Arial" charset="0"/>
                <a:sym typeface="Cabin"/>
              </a:rPr>
              <a:t>expression on the </a:t>
            </a:r>
            <a:br>
              <a:rPr lang="en-US" sz="3600" u="none" strike="noStrike" cap="none" dirty="0">
                <a:solidFill>
                  <a:srgbClr val="FFFF00"/>
                </a:solidFill>
                <a:latin typeface="Arial" charset="0"/>
                <a:ea typeface="Arial" charset="0"/>
                <a:cs typeface="Arial" charset="0"/>
                <a:sym typeface="Cabin"/>
              </a:rPr>
            </a:br>
            <a:r>
              <a:rPr lang="en-US" sz="3600" u="none" strike="noStrike" cap="none" dirty="0">
                <a:solidFill>
                  <a:srgbClr val="FFFF00"/>
                </a:solidFill>
                <a:latin typeface="Arial" charset="0"/>
                <a:ea typeface="Arial" charset="0"/>
                <a:cs typeface="Arial" charset="0"/>
                <a:sym typeface="Cabin"/>
              </a:rPr>
              <a:t>right</a:t>
            </a:r>
            <a:r>
              <a:rPr lang="en-US" sz="3600" dirty="0">
                <a:solidFill>
                  <a:srgbClr val="FFFF00"/>
                </a:solidFill>
                <a:latin typeface="Arial" charset="0"/>
                <a:ea typeface="Arial" charset="0"/>
                <a:cs typeface="Arial" charset="0"/>
                <a:sym typeface="Cabin"/>
              </a:rPr>
              <a:t>-</a:t>
            </a:r>
            <a:r>
              <a:rPr lang="en-US" sz="3600" u="none" strike="noStrike" cap="none" dirty="0">
                <a:solidFill>
                  <a:srgbClr val="FFFF00"/>
                </a:solidFill>
                <a:latin typeface="Arial" charset="0"/>
                <a:ea typeface="Arial" charset="0"/>
                <a:cs typeface="Arial" charset="0"/>
                <a:sym typeface="Cabin"/>
              </a:rPr>
              <a:t>hand side</a:t>
            </a:r>
            <a:r>
              <a:rPr lang="en-US" sz="3600" u="none" strike="noStrike" cap="none" dirty="0">
                <a:solidFill>
                  <a:schemeClr val="lt1"/>
                </a:solidFill>
                <a:latin typeface="Arial" charset="0"/>
                <a:ea typeface="Arial" charset="0"/>
                <a:cs typeface="Arial" charset="0"/>
                <a:sym typeface="Cabin"/>
              </a:rPr>
              <a:t> and a </a:t>
            </a:r>
            <a:r>
              <a:rPr lang="en-US" sz="3600" u="none" strike="noStrike" cap="none" dirty="0">
                <a:solidFill>
                  <a:srgbClr val="00FF00"/>
                </a:solidFill>
                <a:latin typeface="Arial" charset="0"/>
                <a:ea typeface="Arial" charset="0"/>
                <a:cs typeface="Arial" charset="0"/>
                <a:sym typeface="Cabin"/>
              </a:rPr>
              <a:t>variable</a:t>
            </a:r>
            <a:r>
              <a:rPr lang="en-US" sz="3600" u="none" strike="noStrike" cap="none" dirty="0">
                <a:solidFill>
                  <a:schemeClr val="lt1"/>
                </a:solidFill>
                <a:latin typeface="Arial" charset="0"/>
                <a:ea typeface="Arial" charset="0"/>
                <a:cs typeface="Arial" charset="0"/>
                <a:sym typeface="Cabin"/>
              </a:rPr>
              <a:t> to store the result</a:t>
            </a:r>
          </a:p>
        </p:txBody>
      </p:sp>
      <p:sp>
        <p:nvSpPr>
          <p:cNvPr id="314" name="Shape 314"/>
          <p:cNvSpPr txBox="1"/>
          <p:nvPr/>
        </p:nvSpPr>
        <p:spPr>
          <a:xfrm>
            <a:off x="4252109" y="6134100"/>
            <a:ext cx="10078835" cy="9144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00FF00"/>
              </a:buClr>
              <a:buSzPct val="25000"/>
              <a:buFont typeface="Cabin"/>
              <a:buNone/>
            </a:pPr>
            <a:r>
              <a:rPr lang="en-US" sz="4000" i="0" u="none" strike="noStrike" cap="none" dirty="0">
                <a:solidFill>
                  <a:srgbClr val="00FF00"/>
                </a:solidFill>
                <a:latin typeface="Courier"/>
                <a:ea typeface="Courier"/>
                <a:cs typeface="Courier"/>
                <a:sym typeface="Courier New"/>
              </a:rPr>
              <a:t>x</a:t>
            </a:r>
            <a:r>
              <a:rPr lang="en-US" sz="4000" i="0" u="none" strike="noStrike" cap="none" dirty="0">
                <a:solidFill>
                  <a:schemeClr val="lt1"/>
                </a:solidFill>
                <a:latin typeface="Courier"/>
                <a:ea typeface="Courier"/>
                <a:cs typeface="Courier"/>
                <a:sym typeface="Courier New"/>
              </a:rPr>
              <a:t> = 3.9 </a:t>
            </a:r>
            <a:r>
              <a:rPr lang="en-US" sz="4000" i="0" u="none" strike="noStrike" cap="none" dirty="0">
                <a:solidFill>
                  <a:srgbClr val="00FFFF"/>
                </a:solidFill>
                <a:latin typeface="Courier"/>
                <a:ea typeface="Courier"/>
                <a:cs typeface="Courier"/>
                <a:sym typeface="Courier New"/>
              </a:rPr>
              <a:t>*</a:t>
            </a:r>
            <a:r>
              <a:rPr lang="en-US" sz="4000" i="0" u="none" strike="noStrike" cap="none" dirty="0">
                <a:solidFill>
                  <a:schemeClr val="lt1"/>
                </a:solidFill>
                <a:latin typeface="Courier"/>
                <a:ea typeface="Courier"/>
                <a:cs typeface="Courier"/>
                <a:sym typeface="Courier New"/>
              </a:rPr>
              <a:t> </a:t>
            </a:r>
            <a:r>
              <a:rPr lang="en-US" sz="4000" i="0" u="none" strike="noStrike" cap="none" dirty="0">
                <a:solidFill>
                  <a:srgbClr val="00FF00"/>
                </a:solidFill>
                <a:latin typeface="Courier"/>
                <a:ea typeface="Courier"/>
                <a:cs typeface="Courier"/>
                <a:sym typeface="Courier New"/>
              </a:rPr>
              <a:t>x </a:t>
            </a:r>
            <a:r>
              <a:rPr lang="en-US" sz="4000" i="0" u="none" strike="noStrike" cap="none" dirty="0">
                <a:solidFill>
                  <a:srgbClr val="00FFFF"/>
                </a:solidFill>
                <a:latin typeface="Courier"/>
                <a:ea typeface="Courier"/>
                <a:cs typeface="Courier"/>
                <a:sym typeface="Courier New"/>
              </a:rPr>
              <a:t>*</a:t>
            </a:r>
            <a:r>
              <a:rPr lang="en-US" sz="4000" i="0" u="none" strike="noStrike" cap="none" dirty="0">
                <a:solidFill>
                  <a:schemeClr val="lt1"/>
                </a:solidFill>
                <a:latin typeface="Courier"/>
                <a:ea typeface="Courier"/>
                <a:cs typeface="Courier"/>
                <a:sym typeface="Courier New"/>
              </a:rPr>
              <a:t> ( 1 </a:t>
            </a:r>
            <a:r>
              <a:rPr lang="en-US" sz="4000" i="0" u="none" strike="noStrike" cap="none" dirty="0">
                <a:solidFill>
                  <a:srgbClr val="00FFFF"/>
                </a:solidFill>
                <a:latin typeface="Courier"/>
                <a:ea typeface="Courier"/>
                <a:cs typeface="Courier"/>
                <a:sym typeface="Courier New"/>
              </a:rPr>
              <a:t>-</a:t>
            </a:r>
            <a:r>
              <a:rPr lang="en-US" sz="4000" i="0" u="none" strike="noStrike" cap="none" dirty="0">
                <a:solidFill>
                  <a:schemeClr val="lt1"/>
                </a:solidFill>
                <a:latin typeface="Courier"/>
                <a:ea typeface="Courier"/>
                <a:cs typeface="Courier"/>
                <a:sym typeface="Courier New"/>
              </a:rPr>
              <a:t> </a:t>
            </a:r>
            <a:r>
              <a:rPr lang="en-US" sz="4000" i="0" u="none" strike="noStrike" cap="none" dirty="0">
                <a:solidFill>
                  <a:srgbClr val="00FF00"/>
                </a:solidFill>
                <a:latin typeface="Courier"/>
                <a:ea typeface="Courier"/>
                <a:cs typeface="Courier"/>
                <a:sym typeface="Courier New"/>
              </a:rPr>
              <a:t>x</a:t>
            </a:r>
            <a:r>
              <a:rPr lang="en-US" sz="4000" i="0" u="none" strike="noStrike" cap="none" dirty="0">
                <a:solidFill>
                  <a:schemeClr val="lt1"/>
                </a:solidFill>
                <a:latin typeface="Courier"/>
                <a:ea typeface="Courier"/>
                <a:cs typeface="Courier"/>
                <a:sym typeface="Courier New"/>
              </a:rPr>
              <a:t> )</a:t>
            </a:r>
          </a:p>
        </p:txBody>
      </p:sp>
      <p:sp>
        <p:nvSpPr>
          <p:cNvPr id="315" name="Shape 315"/>
          <p:cNvSpPr txBox="1"/>
          <p:nvPr/>
        </p:nvSpPr>
        <p:spPr>
          <a:xfrm>
            <a:off x="5248625" y="6081811"/>
            <a:ext cx="6324599" cy="1066799"/>
          </a:xfrm>
          <a:prstGeom prst="rect">
            <a:avLst/>
          </a:prstGeom>
          <a:noFill/>
          <a:ln w="50800" cap="rnd" cmpd="sng">
            <a:solidFill>
              <a:srgbClr val="FFFF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sz="40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dirty="0">
                <a:solidFill>
                  <a:srgbClr val="FFD966"/>
                </a:solidFill>
              </a:rPr>
              <a:t>Expressions</a:t>
            </a:r>
            <a:r>
              <a:rPr lang="is-IS" sz="7200" dirty="0">
                <a:solidFill>
                  <a:srgbClr val="FFD966"/>
                </a:solidFill>
              </a:rPr>
              <a:t>…</a:t>
            </a:r>
            <a:endParaRPr lang="en-US" sz="7200" dirty="0">
              <a:solidFill>
                <a:srgbClr val="FFD966"/>
              </a:solidFill>
            </a:endParaRPr>
          </a:p>
        </p:txBody>
      </p:sp>
    </p:spTree>
    <p:extLst>
      <p:ext uri="{BB962C8B-B14F-4D97-AF65-F5344CB8AC3E}">
        <p14:creationId xmlns:p14="http://schemas.microsoft.com/office/powerpoint/2010/main" val="11497903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53"/>
        <p:cNvGrpSpPr/>
        <p:nvPr/>
      </p:nvGrpSpPr>
      <p:grpSpPr>
        <a:xfrm>
          <a:off x="0" y="0"/>
          <a:ext cx="0" cy="0"/>
          <a:chOff x="0" y="0"/>
          <a:chExt cx="0" cy="0"/>
        </a:xfrm>
      </p:grpSpPr>
      <p:sp>
        <p:nvSpPr>
          <p:cNvPr id="354" name="Shape 354"/>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a:solidFill>
                  <a:srgbClr val="FFD966"/>
                </a:solidFill>
                <a:latin typeface="Arial" charset="0"/>
                <a:ea typeface="Arial" charset="0"/>
                <a:cs typeface="Arial" charset="0"/>
                <a:sym typeface="Cabin"/>
              </a:rPr>
              <a:t>Numeric Expressions</a:t>
            </a:r>
          </a:p>
        </p:txBody>
      </p:sp>
      <p:sp>
        <p:nvSpPr>
          <p:cNvPr id="355" name="Shape 355"/>
          <p:cNvSpPr txBox="1">
            <a:spLocks noGrp="1"/>
          </p:cNvSpPr>
          <p:nvPr>
            <p:ph type="body" idx="1"/>
          </p:nvPr>
        </p:nvSpPr>
        <p:spPr>
          <a:xfrm>
            <a:off x="812800" y="2133600"/>
            <a:ext cx="9036050" cy="6034087"/>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Computer keyboards don’t have math symbols, so we do math using the “operators” shown on the right</a:t>
            </a:r>
          </a:p>
          <a:p>
            <a:pPr marL="749300" marR="0" lvl="0" indent="-371094" algn="l" rtl="0">
              <a:lnSpc>
                <a:spcPct val="10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For instance, ”*” is multiply and “/” is divide</a:t>
            </a:r>
          </a:p>
        </p:txBody>
      </p:sp>
      <p:graphicFrame>
        <p:nvGraphicFramePr>
          <p:cNvPr id="356" name="Shape 356"/>
          <p:cNvGraphicFramePr/>
          <p:nvPr>
            <p:extLst>
              <p:ext uri="{D42A27DB-BD31-4B8C-83A1-F6EECF244321}">
                <p14:modId xmlns:p14="http://schemas.microsoft.com/office/powerpoint/2010/main" val="1444946014"/>
              </p:ext>
            </p:extLst>
          </p:nvPr>
        </p:nvGraphicFramePr>
        <p:xfrm>
          <a:off x="10337800" y="2289175"/>
          <a:ext cx="5025250" cy="5567275"/>
        </p:xfrm>
        <a:graphic>
          <a:graphicData uri="http://schemas.openxmlformats.org/drawingml/2006/table">
            <a:tbl>
              <a:tblPr>
                <a:noFill/>
                <a:tableStyleId>{54014B03-8F40-49A2-A0EB-D18ED94CC971}</a:tableStyleId>
              </a:tblPr>
              <a:tblGrid>
                <a:gridCol w="2398575">
                  <a:extLst>
                    <a:ext uri="{9D8B030D-6E8A-4147-A177-3AD203B41FA5}">
                      <a16:colId xmlns:a16="http://schemas.microsoft.com/office/drawing/2014/main" val="20000"/>
                    </a:ext>
                  </a:extLst>
                </a:gridCol>
                <a:gridCol w="2626675">
                  <a:extLst>
                    <a:ext uri="{9D8B030D-6E8A-4147-A177-3AD203B41FA5}">
                      <a16:colId xmlns:a16="http://schemas.microsoft.com/office/drawing/2014/main" val="20001"/>
                    </a:ext>
                  </a:extLst>
                </a:gridCol>
              </a:tblGrid>
              <a:tr h="795325">
                <a:tc>
                  <a:txBody>
                    <a:bodyPr/>
                    <a:lstStyle/>
                    <a:p>
                      <a:pPr marL="0" lvl="0" indent="0" algn="ctr" rtl="0">
                        <a:lnSpc>
                          <a:spcPct val="100000"/>
                        </a:lnSpc>
                        <a:spcBef>
                          <a:spcPts val="0"/>
                        </a:spcBef>
                        <a:spcAft>
                          <a:spcPts val="0"/>
                        </a:spcAft>
                        <a:buClr>
                          <a:srgbClr val="00FFFF"/>
                        </a:buClr>
                        <a:buSzPct val="25000"/>
                        <a:buFont typeface="Cabin"/>
                        <a:buNone/>
                      </a:pPr>
                      <a:r>
                        <a:rPr lang="en-US" sz="3200" b="0" i="0" u="none">
                          <a:solidFill>
                            <a:srgbClr val="00FFFF"/>
                          </a:solidFill>
                          <a:latin typeface="Arial" charset="0"/>
                          <a:ea typeface="Arial" charset="0"/>
                          <a:cs typeface="Arial" charset="0"/>
                          <a:sym typeface="Cabin"/>
                        </a:rPr>
                        <a:t>Operator</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solidFill>
                      <a:srgbClr val="7F7F7F">
                        <a:alpha val="49411"/>
                      </a:srgbClr>
                    </a:solidFill>
                  </a:tcPr>
                </a:tc>
                <a:tc>
                  <a:txBody>
                    <a:bodyPr/>
                    <a:lstStyle/>
                    <a:p>
                      <a:pPr marL="0" lvl="0" indent="0" algn="ctr" rtl="0">
                        <a:lnSpc>
                          <a:spcPct val="100000"/>
                        </a:lnSpc>
                        <a:spcBef>
                          <a:spcPts val="0"/>
                        </a:spcBef>
                        <a:spcAft>
                          <a:spcPts val="0"/>
                        </a:spcAft>
                        <a:buClr>
                          <a:schemeClr val="lt1"/>
                        </a:buClr>
                        <a:buSzPct val="25000"/>
                        <a:buFont typeface="Cabin"/>
                        <a:buNone/>
                      </a:pPr>
                      <a:r>
                        <a:rPr lang="en-US" sz="3200" b="0" i="0" u="none">
                          <a:solidFill>
                            <a:schemeClr val="lt1"/>
                          </a:solidFill>
                          <a:latin typeface="Arial" charset="0"/>
                          <a:ea typeface="Arial" charset="0"/>
                          <a:cs typeface="Arial" charset="0"/>
                          <a:sym typeface="Cabin"/>
                        </a:rPr>
                        <a:t>Operation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solidFill>
                      <a:srgbClr val="7F7F7F">
                        <a:alpha val="49411"/>
                      </a:srgbClr>
                    </a:solidFill>
                  </a:tcPr>
                </a:tc>
                <a:extLst>
                  <a:ext uri="{0D108BD9-81ED-4DB2-BD59-A6C34878D82A}">
                    <a16:rowId xmlns:a16="http://schemas.microsoft.com/office/drawing/2014/main" val="10000"/>
                  </a:ext>
                </a:extLst>
              </a:tr>
              <a:tr h="79532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a:solidFill>
                            <a:schemeClr val="lt1"/>
                          </a:solidFill>
                          <a:latin typeface="Arial" charset="0"/>
                          <a:ea typeface="Arial" charset="0"/>
                          <a:cs typeface="Arial" charset="0"/>
                          <a:sym typeface="Cabin"/>
                        </a:rPr>
                        <a:t>Addition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1"/>
                  </a:ext>
                </a:extLst>
              </a:tr>
              <a:tr h="79532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a:solidFill>
                            <a:schemeClr val="lt1"/>
                          </a:solidFill>
                          <a:latin typeface="Arial" charset="0"/>
                          <a:ea typeface="Arial" charset="0"/>
                          <a:cs typeface="Arial" charset="0"/>
                          <a:sym typeface="Cabin"/>
                        </a:rPr>
                        <a:t>Subtraction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2"/>
                  </a:ext>
                </a:extLst>
              </a:tr>
              <a:tr h="79532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a:solidFill>
                            <a:schemeClr val="lt1"/>
                          </a:solidFill>
                          <a:latin typeface="Arial" charset="0"/>
                          <a:ea typeface="Arial" charset="0"/>
                          <a:cs typeface="Arial" charset="0"/>
                          <a:sym typeface="Cabin"/>
                        </a:rPr>
                        <a:t>Multiplication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3"/>
                  </a:ext>
                </a:extLst>
              </a:tr>
              <a:tr h="79532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a:solidFill>
                            <a:schemeClr val="lt1"/>
                          </a:solidFill>
                          <a:latin typeface="Arial" charset="0"/>
                          <a:ea typeface="Arial" charset="0"/>
                          <a:cs typeface="Arial" charset="0"/>
                          <a:sym typeface="Cabin"/>
                        </a:rPr>
                        <a:t>Division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4"/>
                  </a:ext>
                </a:extLst>
              </a:tr>
              <a:tr h="79532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a:solidFill>
                            <a:schemeClr val="lt1"/>
                          </a:solidFill>
                          <a:latin typeface="Arial" charset="0"/>
                          <a:ea typeface="Arial" charset="0"/>
                          <a:cs typeface="Arial" charset="0"/>
                          <a:sym typeface="Cabin"/>
                        </a:rPr>
                        <a:t>Power</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5"/>
                  </a:ext>
                </a:extLst>
              </a:tr>
              <a:tr h="79532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dirty="0">
                          <a:solidFill>
                            <a:schemeClr val="lt1"/>
                          </a:solidFill>
                          <a:latin typeface="Arial" charset="0"/>
                          <a:ea typeface="Arial" charset="0"/>
                          <a:cs typeface="Arial" charset="0"/>
                          <a:sym typeface="Cabin"/>
                        </a:rPr>
                        <a:t>Remainder</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60"/>
        <p:cNvGrpSpPr/>
        <p:nvPr/>
      </p:nvGrpSpPr>
      <p:grpSpPr>
        <a:xfrm>
          <a:off x="0" y="0"/>
          <a:ext cx="0" cy="0"/>
          <a:chOff x="0" y="0"/>
          <a:chExt cx="0" cy="0"/>
        </a:xfrm>
      </p:grpSpPr>
      <p:sp>
        <p:nvSpPr>
          <p:cNvPr id="361" name="Shape 361"/>
          <p:cNvSpPr txBox="1"/>
          <p:nvPr/>
        </p:nvSpPr>
        <p:spPr>
          <a:xfrm>
            <a:off x="1727200" y="2230157"/>
            <a:ext cx="4460999" cy="53085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00FF00"/>
                </a:solidFill>
                <a:latin typeface="Courier"/>
                <a:ea typeface="Courier"/>
                <a:cs typeface="Courier"/>
                <a:sym typeface="Courier New"/>
              </a:rPr>
              <a:t>xx</a:t>
            </a:r>
            <a:r>
              <a:rPr lang="en-US" sz="3000" i="0" u="none" strike="noStrike" cap="none" dirty="0">
                <a:solidFill>
                  <a:schemeClr val="lt1"/>
                </a:solidFill>
                <a:latin typeface="Courier"/>
                <a:ea typeface="Courier"/>
                <a:cs typeface="Courier"/>
                <a:sym typeface="Courier New"/>
              </a:rPr>
              <a:t> = 2</a:t>
            </a: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00FF00"/>
                </a:solidFill>
                <a:latin typeface="Courier"/>
                <a:ea typeface="Courier"/>
                <a:cs typeface="Courier"/>
                <a:sym typeface="Courier New"/>
              </a:rPr>
              <a:t>xx</a:t>
            </a:r>
            <a:r>
              <a:rPr lang="en-US" sz="3000" i="0" u="none" strike="noStrike" cap="none" dirty="0">
                <a:solidFill>
                  <a:schemeClr val="lt1"/>
                </a:solidFill>
                <a:latin typeface="Courier"/>
                <a:ea typeface="Courier"/>
                <a:cs typeface="Courier"/>
                <a:sym typeface="Courier New"/>
              </a:rPr>
              <a:t> = </a:t>
            </a:r>
            <a:r>
              <a:rPr lang="en-US" sz="3000" i="0" u="none" strike="noStrike" cap="none" dirty="0">
                <a:solidFill>
                  <a:srgbClr val="00FF00"/>
                </a:solidFill>
                <a:latin typeface="Courier"/>
                <a:ea typeface="Courier"/>
                <a:cs typeface="Courier"/>
                <a:sym typeface="Courier New"/>
              </a:rPr>
              <a:t>xx</a:t>
            </a: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FF"/>
                </a:solidFill>
                <a:latin typeface="Courier"/>
                <a:ea typeface="Courier"/>
                <a:cs typeface="Courier"/>
                <a:sym typeface="Courier New"/>
              </a:rPr>
              <a:t>+</a:t>
            </a:r>
            <a:r>
              <a:rPr lang="en-US" sz="3000" i="0" u="none" strike="noStrike" cap="none" dirty="0">
                <a:solidFill>
                  <a:schemeClr val="lt1"/>
                </a:solidFill>
                <a:latin typeface="Courier"/>
                <a:ea typeface="Courier"/>
                <a:cs typeface="Courier"/>
                <a:sym typeface="Courier New"/>
              </a:rPr>
              <a:t> 2</a:t>
            </a:r>
          </a:p>
          <a:p>
            <a:pPr lvl="0">
              <a:buClr>
                <a:schemeClr val="lt1"/>
              </a:buClr>
              <a:buSzPct val="25000"/>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FFFF00"/>
                </a:solidFill>
                <a:latin typeface="Courier"/>
                <a:ea typeface="Courier"/>
                <a:cs typeface="Courier"/>
                <a:sym typeface="Courier New"/>
              </a:rPr>
              <a:t>print(</a:t>
            </a:r>
            <a:r>
              <a:rPr lang="en-US" sz="3000" i="0" u="none" strike="noStrike" cap="none" dirty="0">
                <a:solidFill>
                  <a:srgbClr val="00FF00"/>
                </a:solidFill>
                <a:latin typeface="Courier"/>
                <a:ea typeface="Courier"/>
                <a:cs typeface="Courier"/>
                <a:sym typeface="Courier New"/>
              </a:rPr>
              <a:t>xx</a:t>
            </a:r>
            <a:r>
              <a:rPr lang="en-US" sz="3000" dirty="0">
                <a:solidFill>
                  <a:srgbClr val="FFFF00"/>
                </a:solidFill>
                <a:latin typeface="Courier"/>
                <a:ea typeface="Courier"/>
                <a:cs typeface="Courier"/>
                <a:sym typeface="Courier New"/>
              </a:rPr>
              <a:t>)</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4</a:t>
            </a: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err="1">
                <a:solidFill>
                  <a:srgbClr val="00FF00"/>
                </a:solidFill>
                <a:latin typeface="Courier"/>
                <a:ea typeface="Courier"/>
                <a:cs typeface="Courier"/>
                <a:sym typeface="Courier New"/>
              </a:rPr>
              <a:t>yy</a:t>
            </a:r>
            <a:r>
              <a:rPr lang="en-US" sz="3000" i="0" u="none" strike="noStrike" cap="none" dirty="0">
                <a:solidFill>
                  <a:schemeClr val="lt1"/>
                </a:solidFill>
                <a:latin typeface="Courier"/>
                <a:ea typeface="Courier"/>
                <a:cs typeface="Courier"/>
                <a:sym typeface="Courier New"/>
              </a:rPr>
              <a:t> = 440 </a:t>
            </a:r>
            <a:r>
              <a:rPr lang="en-US" sz="3000" i="0" u="none" strike="noStrike" cap="none" dirty="0">
                <a:solidFill>
                  <a:srgbClr val="00FFFF"/>
                </a:solidFill>
                <a:latin typeface="Courier"/>
                <a:ea typeface="Courier"/>
                <a:cs typeface="Courier"/>
                <a:sym typeface="Courier New"/>
              </a:rPr>
              <a:t>*</a:t>
            </a:r>
            <a:r>
              <a:rPr lang="en-US" sz="3000" i="0" u="none" strike="noStrike" cap="none" dirty="0">
                <a:solidFill>
                  <a:schemeClr val="lt1"/>
                </a:solidFill>
                <a:latin typeface="Courier"/>
                <a:ea typeface="Courier"/>
                <a:cs typeface="Courier"/>
                <a:sym typeface="Courier New"/>
              </a:rPr>
              <a:t> 12</a:t>
            </a:r>
          </a:p>
          <a:p>
            <a:pPr lvl="0">
              <a:buClr>
                <a:schemeClr val="lt1"/>
              </a:buClr>
              <a:buSzPct val="25000"/>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FFFF00"/>
                </a:solidFill>
                <a:latin typeface="Courier"/>
                <a:ea typeface="Courier"/>
                <a:cs typeface="Courier"/>
                <a:sym typeface="Courier New"/>
              </a:rPr>
              <a:t>print(</a:t>
            </a:r>
            <a:r>
              <a:rPr lang="en-US" sz="3000" i="0" u="none" strike="noStrike" cap="none" dirty="0" err="1">
                <a:solidFill>
                  <a:srgbClr val="00FF00"/>
                </a:solidFill>
                <a:latin typeface="Courier"/>
                <a:ea typeface="Courier"/>
                <a:cs typeface="Courier"/>
                <a:sym typeface="Courier New"/>
              </a:rPr>
              <a:t>yy</a:t>
            </a:r>
            <a:r>
              <a:rPr lang="en-US" sz="3000" dirty="0">
                <a:solidFill>
                  <a:srgbClr val="FFFF00"/>
                </a:solidFill>
                <a:latin typeface="Courier"/>
                <a:ea typeface="Courier"/>
                <a:cs typeface="Courier"/>
                <a:sym typeface="Courier New"/>
              </a:rPr>
              <a:t>)</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5280</a:t>
            </a: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err="1">
                <a:solidFill>
                  <a:srgbClr val="00FF00"/>
                </a:solidFill>
                <a:latin typeface="Courier"/>
                <a:ea typeface="Courier"/>
                <a:cs typeface="Courier"/>
                <a:sym typeface="Courier New"/>
              </a:rPr>
              <a:t>zz</a:t>
            </a:r>
            <a:r>
              <a:rPr lang="en-US" sz="3000" i="0" u="none" strike="noStrike" cap="none" dirty="0">
                <a:solidFill>
                  <a:schemeClr val="lt1"/>
                </a:solidFill>
                <a:latin typeface="Courier"/>
                <a:ea typeface="Courier"/>
                <a:cs typeface="Courier"/>
                <a:sym typeface="Courier New"/>
              </a:rPr>
              <a:t> = </a:t>
            </a:r>
            <a:r>
              <a:rPr lang="en-US" sz="3000" i="0" u="none" strike="noStrike" cap="none" dirty="0" err="1">
                <a:solidFill>
                  <a:srgbClr val="00FF00"/>
                </a:solidFill>
                <a:latin typeface="Courier"/>
                <a:ea typeface="Courier"/>
                <a:cs typeface="Courier"/>
                <a:sym typeface="Courier New"/>
              </a:rPr>
              <a:t>yy</a:t>
            </a: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FF"/>
                </a:solidFill>
                <a:latin typeface="Courier"/>
                <a:ea typeface="Courier"/>
                <a:cs typeface="Courier"/>
                <a:sym typeface="Courier New"/>
              </a:rPr>
              <a:t>/</a:t>
            </a:r>
            <a:r>
              <a:rPr lang="en-US" sz="3000" i="0" u="none" strike="noStrike" cap="none" dirty="0">
                <a:solidFill>
                  <a:schemeClr val="lt1"/>
                </a:solidFill>
                <a:latin typeface="Courier"/>
                <a:ea typeface="Courier"/>
                <a:cs typeface="Courier"/>
                <a:sym typeface="Courier New"/>
              </a:rPr>
              <a:t> 1000</a:t>
            </a:r>
          </a:p>
          <a:p>
            <a:pPr lvl="0">
              <a:buClr>
                <a:schemeClr val="lt1"/>
              </a:buClr>
              <a:buSzPct val="25000"/>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FFFF00"/>
                </a:solidFill>
                <a:latin typeface="Courier"/>
                <a:ea typeface="Courier"/>
                <a:cs typeface="Courier"/>
                <a:sym typeface="Courier New"/>
              </a:rPr>
              <a:t>print(</a:t>
            </a:r>
            <a:r>
              <a:rPr lang="en-US" sz="3000" i="0" u="none" strike="noStrike" cap="none" dirty="0" err="1">
                <a:solidFill>
                  <a:srgbClr val="00FA00"/>
                </a:solidFill>
                <a:latin typeface="Courier"/>
                <a:ea typeface="Courier"/>
                <a:cs typeface="Courier"/>
                <a:sym typeface="Courier New"/>
              </a:rPr>
              <a:t>zz</a:t>
            </a:r>
            <a:r>
              <a:rPr lang="en-US" sz="3000" dirty="0">
                <a:solidFill>
                  <a:srgbClr val="FF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5.28</a:t>
            </a:r>
          </a:p>
        </p:txBody>
      </p:sp>
      <p:sp>
        <p:nvSpPr>
          <p:cNvPr id="362" name="Shape 362"/>
          <p:cNvSpPr txBox="1"/>
          <p:nvPr/>
        </p:nvSpPr>
        <p:spPr>
          <a:xfrm>
            <a:off x="7073900" y="2298700"/>
            <a:ext cx="4026600" cy="32258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&gt;&gt;&gt;</a:t>
            </a:r>
            <a:r>
              <a:rPr lang="en-US" sz="3000" i="0" u="none" strike="noStrike" cap="none" dirty="0">
                <a:solidFill>
                  <a:srgbClr val="00FF00"/>
                </a:solidFill>
                <a:latin typeface="Courier"/>
                <a:ea typeface="Courier"/>
                <a:cs typeface="Courier"/>
                <a:sym typeface="Courier New"/>
              </a:rPr>
              <a:t> </a:t>
            </a:r>
            <a:r>
              <a:rPr lang="en-US" sz="3000" i="0" u="none" strike="noStrike" cap="none" dirty="0" err="1">
                <a:solidFill>
                  <a:srgbClr val="00FF00"/>
                </a:solidFill>
                <a:latin typeface="Courier"/>
                <a:ea typeface="Courier"/>
                <a:cs typeface="Courier"/>
                <a:sym typeface="Courier New"/>
              </a:rPr>
              <a:t>jj</a:t>
            </a:r>
            <a:r>
              <a:rPr lang="en-US" sz="3000" i="0" u="none" strike="noStrike" cap="none" dirty="0">
                <a:solidFill>
                  <a:schemeClr val="lt1"/>
                </a:solidFill>
                <a:latin typeface="Courier"/>
                <a:ea typeface="Courier"/>
                <a:cs typeface="Courier"/>
                <a:sym typeface="Courier New"/>
              </a:rPr>
              <a:t> = 23</a:t>
            </a: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err="1">
                <a:solidFill>
                  <a:srgbClr val="00FF00"/>
                </a:solidFill>
                <a:latin typeface="Courier"/>
                <a:ea typeface="Courier"/>
                <a:cs typeface="Courier"/>
                <a:sym typeface="Courier New"/>
              </a:rPr>
              <a:t>kk</a:t>
            </a:r>
            <a:r>
              <a:rPr lang="en-US" sz="3000" i="0" u="none" strike="noStrike" cap="none" dirty="0">
                <a:solidFill>
                  <a:schemeClr val="lt1"/>
                </a:solidFill>
                <a:latin typeface="Courier"/>
                <a:ea typeface="Courier"/>
                <a:cs typeface="Courier"/>
                <a:sym typeface="Courier New"/>
              </a:rPr>
              <a:t> = </a:t>
            </a:r>
            <a:r>
              <a:rPr lang="en-US" sz="3000" i="0" u="none" strike="noStrike" cap="none" dirty="0" err="1">
                <a:solidFill>
                  <a:srgbClr val="00FF00"/>
                </a:solidFill>
                <a:latin typeface="Courier"/>
                <a:ea typeface="Courier"/>
                <a:cs typeface="Courier"/>
                <a:sym typeface="Courier New"/>
              </a:rPr>
              <a:t>jj</a:t>
            </a: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FF"/>
                </a:solidFill>
                <a:latin typeface="Courier"/>
                <a:ea typeface="Courier"/>
                <a:cs typeface="Courier"/>
                <a:sym typeface="Courier New"/>
              </a:rPr>
              <a:t>% </a:t>
            </a:r>
            <a:r>
              <a:rPr lang="en-US" sz="3000" i="0" u="none" strike="noStrike" cap="none" dirty="0">
                <a:solidFill>
                  <a:schemeClr val="lt1"/>
                </a:solidFill>
                <a:latin typeface="Courier"/>
                <a:ea typeface="Courier"/>
                <a:cs typeface="Courier"/>
                <a:sym typeface="Courier New"/>
              </a:rPr>
              <a:t>5</a:t>
            </a:r>
          </a:p>
          <a:p>
            <a:pPr lvl="0">
              <a:buClr>
                <a:schemeClr val="lt1"/>
              </a:buClr>
              <a:buSzPct val="25000"/>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FFFF00"/>
                </a:solidFill>
                <a:latin typeface="Courier"/>
                <a:ea typeface="Courier"/>
                <a:cs typeface="Courier"/>
                <a:sym typeface="Courier New"/>
              </a:rPr>
              <a:t>print(</a:t>
            </a:r>
            <a:r>
              <a:rPr lang="en-US" sz="3000" i="0" u="none" strike="noStrike" cap="none" dirty="0" err="1">
                <a:solidFill>
                  <a:srgbClr val="00FF00"/>
                </a:solidFill>
                <a:latin typeface="Courier"/>
                <a:ea typeface="Courier"/>
                <a:cs typeface="Courier"/>
                <a:sym typeface="Courier New"/>
              </a:rPr>
              <a:t>kk</a:t>
            </a:r>
            <a:r>
              <a:rPr lang="en-US" sz="3000" dirty="0">
                <a:solidFill>
                  <a:srgbClr val="FFFF00"/>
                </a:solidFill>
                <a:latin typeface="Courier"/>
                <a:ea typeface="Courier"/>
                <a:cs typeface="Courier"/>
                <a:sym typeface="Courier New"/>
              </a:rPr>
              <a:t>)</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rgbClr val="FFC000"/>
                </a:solidFill>
                <a:latin typeface="Courier"/>
                <a:ea typeface="Courier"/>
                <a:cs typeface="Courier"/>
                <a:sym typeface="Courier New"/>
              </a:rPr>
              <a:t>3</a:t>
            </a:r>
          </a:p>
          <a:p>
            <a:pPr lvl="0">
              <a:buClr>
                <a:schemeClr val="lt1"/>
              </a:buClr>
              <a:buSzPct val="25000"/>
            </a:pPr>
            <a:r>
              <a:rPr lang="en-US" sz="3000" i="0" u="none" strike="noStrike" cap="none" dirty="0">
                <a:solidFill>
                  <a:schemeClr val="lt1"/>
                </a:solidFill>
                <a:latin typeface="Courier"/>
                <a:ea typeface="Courier"/>
                <a:cs typeface="Courier"/>
                <a:sym typeface="Courier New"/>
              </a:rPr>
              <a:t>&gt;&gt;&gt; </a:t>
            </a:r>
            <a:r>
              <a:rPr lang="en-US" sz="3000" i="0" u="none" strike="noStrike" cap="none" dirty="0">
                <a:solidFill>
                  <a:srgbClr val="FF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4 </a:t>
            </a:r>
            <a:r>
              <a:rPr lang="en-US" sz="3000" i="0" u="none" strike="noStrike" cap="none" dirty="0">
                <a:solidFill>
                  <a:srgbClr val="00FFFF"/>
                </a:solidFill>
                <a:latin typeface="Courier"/>
                <a:ea typeface="Courier"/>
                <a:cs typeface="Courier"/>
                <a:sym typeface="Courier New"/>
              </a:rPr>
              <a:t>**</a:t>
            </a:r>
            <a:r>
              <a:rPr lang="en-US" sz="3000" i="0" u="none" strike="noStrike" cap="none" dirty="0">
                <a:solidFill>
                  <a:schemeClr val="lt1"/>
                </a:solidFill>
                <a:latin typeface="Courier"/>
                <a:ea typeface="Courier"/>
                <a:cs typeface="Courier"/>
                <a:sym typeface="Courier New"/>
              </a:rPr>
              <a:t> 3</a:t>
            </a:r>
            <a:r>
              <a:rPr lang="en-US" sz="3000" dirty="0">
                <a:solidFill>
                  <a:srgbClr val="FF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64</a:t>
            </a:r>
          </a:p>
        </p:txBody>
      </p:sp>
      <p:graphicFrame>
        <p:nvGraphicFramePr>
          <p:cNvPr id="363" name="Shape 363"/>
          <p:cNvGraphicFramePr/>
          <p:nvPr/>
        </p:nvGraphicFramePr>
        <p:xfrm>
          <a:off x="11783875" y="2965450"/>
          <a:ext cx="3752000" cy="4556125"/>
        </p:xfrm>
        <a:graphic>
          <a:graphicData uri="http://schemas.openxmlformats.org/drawingml/2006/table">
            <a:tbl>
              <a:tblPr>
                <a:noFill/>
                <a:tableStyleId>{54014B03-8F40-49A2-A0EB-D18ED94CC971}</a:tableStyleId>
              </a:tblPr>
              <a:tblGrid>
                <a:gridCol w="1876000">
                  <a:extLst>
                    <a:ext uri="{9D8B030D-6E8A-4147-A177-3AD203B41FA5}">
                      <a16:colId xmlns:a16="http://schemas.microsoft.com/office/drawing/2014/main" val="20000"/>
                    </a:ext>
                  </a:extLst>
                </a:gridCol>
                <a:gridCol w="1876000">
                  <a:extLst>
                    <a:ext uri="{9D8B030D-6E8A-4147-A177-3AD203B41FA5}">
                      <a16:colId xmlns:a16="http://schemas.microsoft.com/office/drawing/2014/main" val="20001"/>
                    </a:ext>
                  </a:extLst>
                </a:gridCol>
              </a:tblGrid>
              <a:tr h="650875">
                <a:tc>
                  <a:txBody>
                    <a:bodyPr/>
                    <a:lstStyle/>
                    <a:p>
                      <a:pPr marL="0" lvl="0" indent="0" algn="ctr" rtl="0">
                        <a:lnSpc>
                          <a:spcPct val="100000"/>
                        </a:lnSpc>
                        <a:spcBef>
                          <a:spcPts val="0"/>
                        </a:spcBef>
                        <a:spcAft>
                          <a:spcPts val="0"/>
                        </a:spcAft>
                        <a:buClr>
                          <a:srgbClr val="00FFFF"/>
                        </a:buClr>
                        <a:buSzPct val="25000"/>
                        <a:buFont typeface="Cabin"/>
                        <a:buNone/>
                      </a:pPr>
                      <a:r>
                        <a:rPr lang="en-US" sz="2400" b="0" i="0" u="none">
                          <a:solidFill>
                            <a:srgbClr val="00FFFF"/>
                          </a:solidFill>
                          <a:latin typeface="Arial" charset="0"/>
                          <a:ea typeface="Arial" charset="0"/>
                          <a:cs typeface="Arial" charset="0"/>
                          <a:sym typeface="Cabin"/>
                        </a:rPr>
                        <a:t>Operator</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solidFill>
                      <a:srgbClr val="7F7F7F">
                        <a:alpha val="49411"/>
                      </a:srgbClr>
                    </a:solidFill>
                  </a:tcPr>
                </a:tc>
                <a:tc>
                  <a:txBody>
                    <a:bodyPr/>
                    <a:lstStyle/>
                    <a:p>
                      <a:pPr marL="0" lvl="0" indent="0" algn="ctr" rtl="0">
                        <a:lnSpc>
                          <a:spcPct val="100000"/>
                        </a:lnSpc>
                        <a:spcBef>
                          <a:spcPts val="0"/>
                        </a:spcBef>
                        <a:spcAft>
                          <a:spcPts val="0"/>
                        </a:spcAft>
                        <a:buClr>
                          <a:schemeClr val="lt1"/>
                        </a:buClr>
                        <a:buSzPct val="25000"/>
                        <a:buFont typeface="Cabin"/>
                        <a:buNone/>
                      </a:pPr>
                      <a:r>
                        <a:rPr lang="en-US" sz="2400" b="0" i="0" u="none">
                          <a:solidFill>
                            <a:schemeClr val="lt1"/>
                          </a:solidFill>
                          <a:latin typeface="Arial" charset="0"/>
                          <a:ea typeface="Arial" charset="0"/>
                          <a:cs typeface="Arial" charset="0"/>
                          <a:sym typeface="Cabin"/>
                        </a:rPr>
                        <a:t>Operation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solidFill>
                      <a:srgbClr val="7F7F7F">
                        <a:alpha val="49411"/>
                      </a:srgbClr>
                    </a:solidFill>
                  </a:tcPr>
                </a:tc>
                <a:extLst>
                  <a:ext uri="{0D108BD9-81ED-4DB2-BD59-A6C34878D82A}">
                    <a16:rowId xmlns:a16="http://schemas.microsoft.com/office/drawing/2014/main" val="10000"/>
                  </a:ext>
                </a:extLst>
              </a:tr>
              <a:tr h="650875">
                <a:tc>
                  <a:txBody>
                    <a:bodyPr/>
                    <a:lstStyle/>
                    <a:p>
                      <a:pPr marL="0" lvl="0" indent="0" algn="ctr" rtl="0">
                        <a:lnSpc>
                          <a:spcPct val="100000"/>
                        </a:lnSpc>
                        <a:spcBef>
                          <a:spcPts val="0"/>
                        </a:spcBef>
                        <a:spcAft>
                          <a:spcPts val="0"/>
                        </a:spcAft>
                        <a:buClr>
                          <a:srgbClr val="00FFFF"/>
                        </a:buClr>
                        <a:buSzPct val="25000"/>
                        <a:buFont typeface="Cabin"/>
                        <a:buNone/>
                      </a:pPr>
                      <a:r>
                        <a:rPr lang="en-US" sz="23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2300" b="0" i="0" u="none">
                          <a:solidFill>
                            <a:schemeClr val="lt1"/>
                          </a:solidFill>
                          <a:latin typeface="Arial" charset="0"/>
                          <a:ea typeface="Arial" charset="0"/>
                          <a:cs typeface="Arial" charset="0"/>
                          <a:sym typeface="Cabin"/>
                        </a:rPr>
                        <a:t>Addition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1"/>
                  </a:ext>
                </a:extLst>
              </a:tr>
              <a:tr h="650875">
                <a:tc>
                  <a:txBody>
                    <a:bodyPr/>
                    <a:lstStyle/>
                    <a:p>
                      <a:pPr marL="0" lvl="0" indent="0" algn="ctr" rtl="0">
                        <a:lnSpc>
                          <a:spcPct val="100000"/>
                        </a:lnSpc>
                        <a:spcBef>
                          <a:spcPts val="0"/>
                        </a:spcBef>
                        <a:spcAft>
                          <a:spcPts val="0"/>
                        </a:spcAft>
                        <a:buClr>
                          <a:srgbClr val="00FFFF"/>
                        </a:buClr>
                        <a:buSzPct val="25000"/>
                        <a:buFont typeface="Cabin"/>
                        <a:buNone/>
                      </a:pPr>
                      <a:r>
                        <a:rPr lang="en-US" sz="23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2300" b="0" i="0" u="none">
                          <a:solidFill>
                            <a:schemeClr val="lt1"/>
                          </a:solidFill>
                          <a:latin typeface="Arial" charset="0"/>
                          <a:ea typeface="Arial" charset="0"/>
                          <a:cs typeface="Arial" charset="0"/>
                          <a:sym typeface="Cabin"/>
                        </a:rPr>
                        <a:t>Subtraction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2"/>
                  </a:ext>
                </a:extLst>
              </a:tr>
              <a:tr h="650875">
                <a:tc>
                  <a:txBody>
                    <a:bodyPr/>
                    <a:lstStyle/>
                    <a:p>
                      <a:pPr marL="0" lvl="0" indent="0" algn="ctr" rtl="0">
                        <a:lnSpc>
                          <a:spcPct val="100000"/>
                        </a:lnSpc>
                        <a:spcBef>
                          <a:spcPts val="0"/>
                        </a:spcBef>
                        <a:spcAft>
                          <a:spcPts val="0"/>
                        </a:spcAft>
                        <a:buClr>
                          <a:srgbClr val="00FFFF"/>
                        </a:buClr>
                        <a:buSzPct val="25000"/>
                        <a:buFont typeface="Cabin"/>
                        <a:buNone/>
                      </a:pPr>
                      <a:r>
                        <a:rPr lang="en-US" sz="23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2300" b="0" i="0" u="none">
                          <a:solidFill>
                            <a:schemeClr val="lt1"/>
                          </a:solidFill>
                          <a:latin typeface="Arial" charset="0"/>
                          <a:ea typeface="Arial" charset="0"/>
                          <a:cs typeface="Arial" charset="0"/>
                          <a:sym typeface="Cabin"/>
                        </a:rPr>
                        <a:t>Multiplication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3"/>
                  </a:ext>
                </a:extLst>
              </a:tr>
              <a:tr h="650875">
                <a:tc>
                  <a:txBody>
                    <a:bodyPr/>
                    <a:lstStyle/>
                    <a:p>
                      <a:pPr marL="0" lvl="0" indent="0" algn="ctr" rtl="0">
                        <a:lnSpc>
                          <a:spcPct val="100000"/>
                        </a:lnSpc>
                        <a:spcBef>
                          <a:spcPts val="0"/>
                        </a:spcBef>
                        <a:spcAft>
                          <a:spcPts val="0"/>
                        </a:spcAft>
                        <a:buClr>
                          <a:srgbClr val="00FFFF"/>
                        </a:buClr>
                        <a:buSzPct val="25000"/>
                        <a:buFont typeface="Cabin"/>
                        <a:buNone/>
                      </a:pPr>
                      <a:r>
                        <a:rPr lang="en-US" sz="23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2300" b="0" i="0" u="none">
                          <a:solidFill>
                            <a:schemeClr val="lt1"/>
                          </a:solidFill>
                          <a:latin typeface="Arial" charset="0"/>
                          <a:ea typeface="Arial" charset="0"/>
                          <a:cs typeface="Arial" charset="0"/>
                          <a:sym typeface="Cabin"/>
                        </a:rPr>
                        <a:t>Division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4"/>
                  </a:ext>
                </a:extLst>
              </a:tr>
              <a:tr h="650875">
                <a:tc>
                  <a:txBody>
                    <a:bodyPr/>
                    <a:lstStyle/>
                    <a:p>
                      <a:pPr marL="0" lvl="0" indent="0" algn="ctr" rtl="0">
                        <a:lnSpc>
                          <a:spcPct val="100000"/>
                        </a:lnSpc>
                        <a:spcBef>
                          <a:spcPts val="0"/>
                        </a:spcBef>
                        <a:spcAft>
                          <a:spcPts val="0"/>
                        </a:spcAft>
                        <a:buClr>
                          <a:srgbClr val="00FFFF"/>
                        </a:buClr>
                        <a:buSzPct val="25000"/>
                        <a:buFont typeface="Cabin"/>
                        <a:buNone/>
                      </a:pPr>
                      <a:r>
                        <a:rPr lang="en-US" sz="23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2300" b="0" i="0" u="none">
                          <a:solidFill>
                            <a:schemeClr val="lt1"/>
                          </a:solidFill>
                          <a:latin typeface="Arial" charset="0"/>
                          <a:ea typeface="Arial" charset="0"/>
                          <a:cs typeface="Arial" charset="0"/>
                          <a:sym typeface="Cabin"/>
                        </a:rPr>
                        <a:t>Power</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5"/>
                  </a:ext>
                </a:extLst>
              </a:tr>
              <a:tr h="650875">
                <a:tc>
                  <a:txBody>
                    <a:bodyPr/>
                    <a:lstStyle/>
                    <a:p>
                      <a:pPr marL="0" lvl="0" indent="0" algn="ctr" rtl="0">
                        <a:lnSpc>
                          <a:spcPct val="100000"/>
                        </a:lnSpc>
                        <a:spcBef>
                          <a:spcPts val="0"/>
                        </a:spcBef>
                        <a:spcAft>
                          <a:spcPts val="0"/>
                        </a:spcAft>
                        <a:buClr>
                          <a:srgbClr val="00FFFF"/>
                        </a:buClr>
                        <a:buSzPct val="25000"/>
                        <a:buFont typeface="Cabin"/>
                        <a:buNone/>
                      </a:pPr>
                      <a:r>
                        <a:rPr lang="en-US" sz="2300" b="0" i="0" u="none">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2300" b="0" i="0" u="none">
                          <a:solidFill>
                            <a:schemeClr val="lt1"/>
                          </a:solidFill>
                          <a:latin typeface="Arial" charset="0"/>
                          <a:ea typeface="Arial" charset="0"/>
                          <a:cs typeface="Arial" charset="0"/>
                          <a:sym typeface="Cabin"/>
                        </a:rPr>
                        <a:t>Remainder</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cxnSp>
        <p:nvCxnSpPr>
          <p:cNvPr id="364" name="Shape 364"/>
          <p:cNvCxnSpPr/>
          <p:nvPr/>
        </p:nvCxnSpPr>
        <p:spPr>
          <a:xfrm>
            <a:off x="8432800" y="6225788"/>
            <a:ext cx="12699" cy="595311"/>
          </a:xfrm>
          <a:prstGeom prst="straightConnector1">
            <a:avLst/>
          </a:prstGeom>
          <a:noFill/>
          <a:ln w="25400" cap="rnd" cmpd="sng">
            <a:solidFill>
              <a:schemeClr val="lt1"/>
            </a:solidFill>
            <a:prstDash val="solid"/>
            <a:miter/>
            <a:headEnd type="none" w="med" len="med"/>
            <a:tailEnd type="none" w="med" len="med"/>
          </a:ln>
        </p:spPr>
      </p:cxnSp>
      <p:cxnSp>
        <p:nvCxnSpPr>
          <p:cNvPr id="365" name="Shape 365"/>
          <p:cNvCxnSpPr/>
          <p:nvPr/>
        </p:nvCxnSpPr>
        <p:spPr>
          <a:xfrm rot="10800000" flipH="1">
            <a:off x="8432800" y="6210300"/>
            <a:ext cx="2035175" cy="25399"/>
          </a:xfrm>
          <a:prstGeom prst="straightConnector1">
            <a:avLst/>
          </a:prstGeom>
          <a:noFill/>
          <a:ln w="25400" cap="rnd" cmpd="sng">
            <a:solidFill>
              <a:schemeClr val="lt1"/>
            </a:solidFill>
            <a:prstDash val="solid"/>
            <a:miter/>
            <a:headEnd type="none" w="med" len="med"/>
            <a:tailEnd type="none" w="med" len="med"/>
          </a:ln>
        </p:spPr>
      </p:cxnSp>
      <p:sp>
        <p:nvSpPr>
          <p:cNvPr id="366" name="Shape 366"/>
          <p:cNvSpPr txBox="1"/>
          <p:nvPr/>
        </p:nvSpPr>
        <p:spPr>
          <a:xfrm>
            <a:off x="7807325" y="6273800"/>
            <a:ext cx="342899" cy="6222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a:solidFill>
                  <a:schemeClr val="lt1"/>
                </a:solidFill>
                <a:latin typeface="Arial" charset="0"/>
                <a:ea typeface="Arial" charset="0"/>
                <a:cs typeface="Arial" charset="0"/>
                <a:sym typeface="Cabin"/>
              </a:rPr>
              <a:t>5</a:t>
            </a:r>
          </a:p>
        </p:txBody>
      </p:sp>
      <p:sp>
        <p:nvSpPr>
          <p:cNvPr id="367" name="Shape 367"/>
          <p:cNvSpPr txBox="1"/>
          <p:nvPr/>
        </p:nvSpPr>
        <p:spPr>
          <a:xfrm>
            <a:off x="8572500" y="6273800"/>
            <a:ext cx="571500" cy="6222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a:solidFill>
                  <a:schemeClr val="lt1"/>
                </a:solidFill>
                <a:latin typeface="Arial" charset="0"/>
                <a:ea typeface="Arial" charset="0"/>
                <a:cs typeface="Arial" charset="0"/>
                <a:sym typeface="Cabin"/>
              </a:rPr>
              <a:t>23</a:t>
            </a:r>
          </a:p>
        </p:txBody>
      </p:sp>
      <p:sp>
        <p:nvSpPr>
          <p:cNvPr id="368" name="Shape 368"/>
          <p:cNvSpPr txBox="1"/>
          <p:nvPr/>
        </p:nvSpPr>
        <p:spPr>
          <a:xfrm>
            <a:off x="8816975" y="5605462"/>
            <a:ext cx="1100136" cy="6222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dirty="0">
                <a:solidFill>
                  <a:schemeClr val="lt1"/>
                </a:solidFill>
                <a:latin typeface="Arial" charset="0"/>
                <a:ea typeface="Arial" charset="0"/>
                <a:cs typeface="Arial" charset="0"/>
                <a:sym typeface="Cabin"/>
              </a:rPr>
              <a:t>4 R 3</a:t>
            </a:r>
          </a:p>
        </p:txBody>
      </p:sp>
      <p:sp>
        <p:nvSpPr>
          <p:cNvPr id="369" name="Shape 369"/>
          <p:cNvSpPr txBox="1"/>
          <p:nvPr/>
        </p:nvSpPr>
        <p:spPr>
          <a:xfrm>
            <a:off x="8572500" y="6731000"/>
            <a:ext cx="571500" cy="6222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a:solidFill>
                  <a:schemeClr val="lt1"/>
                </a:solidFill>
                <a:latin typeface="Arial" charset="0"/>
                <a:ea typeface="Arial" charset="0"/>
                <a:cs typeface="Arial" charset="0"/>
                <a:sym typeface="Cabin"/>
              </a:rPr>
              <a:t>20</a:t>
            </a:r>
          </a:p>
        </p:txBody>
      </p:sp>
      <p:cxnSp>
        <p:nvCxnSpPr>
          <p:cNvPr id="370" name="Shape 370"/>
          <p:cNvCxnSpPr/>
          <p:nvPr/>
        </p:nvCxnSpPr>
        <p:spPr>
          <a:xfrm>
            <a:off x="8496300" y="7440611"/>
            <a:ext cx="584200" cy="0"/>
          </a:xfrm>
          <a:prstGeom prst="straightConnector1">
            <a:avLst/>
          </a:prstGeom>
          <a:noFill/>
          <a:ln w="25400" cap="rnd" cmpd="sng">
            <a:solidFill>
              <a:schemeClr val="lt1"/>
            </a:solidFill>
            <a:prstDash val="solid"/>
            <a:miter/>
            <a:headEnd type="none" w="med" len="med"/>
            <a:tailEnd type="none" w="med" len="med"/>
          </a:ln>
        </p:spPr>
      </p:cxnSp>
      <p:sp>
        <p:nvSpPr>
          <p:cNvPr id="371" name="Shape 371"/>
          <p:cNvSpPr txBox="1"/>
          <p:nvPr/>
        </p:nvSpPr>
        <p:spPr>
          <a:xfrm>
            <a:off x="8801100" y="7505700"/>
            <a:ext cx="342899" cy="6222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dirty="0">
                <a:solidFill>
                  <a:srgbClr val="FFC000"/>
                </a:solidFill>
                <a:latin typeface="Arial" charset="0"/>
                <a:ea typeface="Arial" charset="0"/>
                <a:cs typeface="Arial" charset="0"/>
                <a:sym typeface="Cabin"/>
              </a:rPr>
              <a:t>3</a:t>
            </a:r>
          </a:p>
        </p:txBody>
      </p:sp>
      <p:sp>
        <p:nvSpPr>
          <p:cNvPr id="372" name="Shape 372"/>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600" u="none" strike="noStrike" cap="none">
                <a:solidFill>
                  <a:srgbClr val="FFD966"/>
                </a:solidFill>
                <a:latin typeface="Arial" charset="0"/>
                <a:ea typeface="Arial" charset="0"/>
                <a:cs typeface="Arial" charset="0"/>
                <a:sym typeface="Cabin"/>
              </a:rPr>
              <a:t>Numeric Expressions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Shape 377"/>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FF"/>
              </a:buClr>
              <a:buSzPct val="25000"/>
              <a:buFont typeface="Cabin"/>
              <a:buNone/>
            </a:pPr>
            <a:r>
              <a:rPr lang="en-US" sz="7600" u="none" strike="noStrike" cap="none">
                <a:solidFill>
                  <a:srgbClr val="FFD966"/>
                </a:solidFill>
                <a:latin typeface="Arial" charset="0"/>
                <a:ea typeface="Arial" charset="0"/>
                <a:cs typeface="Arial" charset="0"/>
                <a:sym typeface="Cabin"/>
              </a:rPr>
              <a:t>Order of Evaluation</a:t>
            </a:r>
          </a:p>
        </p:txBody>
      </p:sp>
      <p:sp>
        <p:nvSpPr>
          <p:cNvPr id="378" name="Shape 378"/>
          <p:cNvSpPr txBox="1">
            <a:spLocks noGrp="1"/>
          </p:cNvSpPr>
          <p:nvPr>
            <p:ph type="body" idx="1"/>
          </p:nvPr>
        </p:nvSpPr>
        <p:spPr>
          <a:xfrm>
            <a:off x="812800" y="2133600"/>
            <a:ext cx="14630400" cy="4000499"/>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When we string operators together - Python must know which one to do first</a:t>
            </a:r>
          </a:p>
          <a:p>
            <a:pPr marL="749300" marR="0" lvl="0" indent="-371094" algn="l" rtl="0">
              <a:lnSpc>
                <a:spcPct val="10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This is called </a:t>
            </a:r>
            <a:r>
              <a:rPr lang="en-US" sz="3600" b="0" i="0" u="none" strike="noStrike" cap="none" dirty="0">
                <a:solidFill>
                  <a:schemeClr val="lt1"/>
                </a:solidFill>
                <a:latin typeface="Arial"/>
                <a:ea typeface="Arial"/>
                <a:cs typeface="Arial"/>
                <a:sym typeface="Arial"/>
              </a:rPr>
              <a:t>“</a:t>
            </a:r>
            <a:r>
              <a:rPr lang="en-US" sz="3600" u="none" strike="noStrike" cap="none" dirty="0">
                <a:solidFill>
                  <a:srgbClr val="00FFFF"/>
                </a:solidFill>
                <a:latin typeface="Arial" charset="0"/>
                <a:ea typeface="Arial" charset="0"/>
                <a:cs typeface="Arial" charset="0"/>
                <a:sym typeface="Cabin"/>
              </a:rPr>
              <a:t>operator precedence</a:t>
            </a:r>
            <a:r>
              <a:rPr lang="en-US" sz="3600" b="0" i="0" u="none" strike="noStrike" cap="none" dirty="0">
                <a:solidFill>
                  <a:schemeClr val="lt1"/>
                </a:solidFill>
                <a:latin typeface="Arial"/>
                <a:ea typeface="Arial"/>
                <a:cs typeface="Arial"/>
                <a:sym typeface="Arial"/>
              </a:rPr>
              <a:t>”</a:t>
            </a:r>
          </a:p>
          <a:p>
            <a:pPr marL="749300" marR="0" lvl="0" indent="-371094" algn="l" rtl="0">
              <a:lnSpc>
                <a:spcPct val="10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Which operator </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takes precedence</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 (comes first) over the others?</a:t>
            </a:r>
          </a:p>
        </p:txBody>
      </p:sp>
      <p:sp>
        <p:nvSpPr>
          <p:cNvPr id="379" name="Shape 379"/>
          <p:cNvSpPr txBox="1"/>
          <p:nvPr/>
        </p:nvSpPr>
        <p:spPr>
          <a:xfrm>
            <a:off x="3756025" y="6640900"/>
            <a:ext cx="8743950" cy="622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4400" u="none" strike="noStrike" cap="none" dirty="0">
                <a:solidFill>
                  <a:srgbClr val="00FF00"/>
                </a:solidFill>
                <a:latin typeface="Courier" charset="0"/>
                <a:ea typeface="Courier" charset="0"/>
                <a:cs typeface="Courier" charset="0"/>
                <a:sym typeface="Cabin"/>
              </a:rPr>
              <a:t>x</a:t>
            </a:r>
            <a:r>
              <a:rPr lang="en-US" sz="4400" u="none" strike="noStrike" cap="none" dirty="0">
                <a:solidFill>
                  <a:schemeClr val="lt1"/>
                </a:solidFill>
                <a:latin typeface="Courier" charset="0"/>
                <a:ea typeface="Courier" charset="0"/>
                <a:cs typeface="Courier" charset="0"/>
                <a:sym typeface="Cabin"/>
              </a:rPr>
              <a:t> = 1</a:t>
            </a:r>
            <a:r>
              <a:rPr lang="en-US" sz="4400" u="none" strike="noStrike" cap="none" dirty="0">
                <a:solidFill>
                  <a:srgbClr val="00FFFF"/>
                </a:solidFill>
                <a:latin typeface="Courier" charset="0"/>
                <a:ea typeface="Courier" charset="0"/>
                <a:cs typeface="Courier" charset="0"/>
                <a:sym typeface="Cabin"/>
              </a:rPr>
              <a:t> +</a:t>
            </a:r>
            <a:r>
              <a:rPr lang="en-US" sz="4400" u="none" strike="noStrike" cap="none" dirty="0">
                <a:solidFill>
                  <a:schemeClr val="lt1"/>
                </a:solidFill>
                <a:latin typeface="Courier" charset="0"/>
                <a:ea typeface="Courier" charset="0"/>
                <a:cs typeface="Courier" charset="0"/>
                <a:sym typeface="Cabin"/>
              </a:rPr>
              <a:t> 2 </a:t>
            </a:r>
            <a:r>
              <a:rPr lang="en-US" sz="4400" u="none" strike="noStrike" cap="none" dirty="0">
                <a:solidFill>
                  <a:srgbClr val="00FFFF"/>
                </a:solidFill>
                <a:latin typeface="Courier" charset="0"/>
                <a:ea typeface="Courier" charset="0"/>
                <a:cs typeface="Courier" charset="0"/>
                <a:sym typeface="Cabin"/>
              </a:rPr>
              <a:t>* </a:t>
            </a:r>
            <a:r>
              <a:rPr lang="en-US" sz="4400" u="none" strike="noStrike" cap="none" dirty="0">
                <a:solidFill>
                  <a:schemeClr val="lt1"/>
                </a:solidFill>
                <a:latin typeface="Courier" charset="0"/>
                <a:ea typeface="Courier" charset="0"/>
                <a:cs typeface="Courier" charset="0"/>
                <a:sym typeface="Cabin"/>
              </a:rPr>
              <a:t>3 </a:t>
            </a:r>
            <a:r>
              <a:rPr lang="en-US" sz="4400" u="none" strike="noStrike" cap="none" dirty="0">
                <a:solidFill>
                  <a:srgbClr val="00FFFF"/>
                </a:solidFill>
                <a:latin typeface="Courier" charset="0"/>
                <a:ea typeface="Courier" charset="0"/>
                <a:cs typeface="Courier" charset="0"/>
                <a:sym typeface="Cabin"/>
              </a:rPr>
              <a:t>- </a:t>
            </a:r>
            <a:r>
              <a:rPr lang="en-US" sz="4400" u="none" strike="noStrike" cap="none" dirty="0">
                <a:solidFill>
                  <a:schemeClr val="lt1"/>
                </a:solidFill>
                <a:latin typeface="Courier" charset="0"/>
                <a:ea typeface="Courier" charset="0"/>
                <a:cs typeface="Courier" charset="0"/>
                <a:sym typeface="Cabin"/>
              </a:rPr>
              <a:t>4</a:t>
            </a:r>
            <a:r>
              <a:rPr lang="en-US" sz="4400" u="none" strike="noStrike" cap="none" dirty="0">
                <a:solidFill>
                  <a:srgbClr val="00FFFF"/>
                </a:solidFill>
                <a:latin typeface="Courier" charset="0"/>
                <a:ea typeface="Courier" charset="0"/>
                <a:cs typeface="Courier" charset="0"/>
                <a:sym typeface="Cabin"/>
              </a:rPr>
              <a:t> / </a:t>
            </a:r>
            <a:r>
              <a:rPr lang="en-US" sz="4400" u="none" strike="noStrike" cap="none" dirty="0">
                <a:solidFill>
                  <a:schemeClr val="lt1"/>
                </a:solidFill>
                <a:latin typeface="Courier" charset="0"/>
                <a:ea typeface="Courier" charset="0"/>
                <a:cs typeface="Courier" charset="0"/>
                <a:sym typeface="Cabin"/>
              </a:rPr>
              <a:t>5 </a:t>
            </a:r>
            <a:r>
              <a:rPr lang="en-US" sz="4400" u="none" strike="noStrike" cap="none" dirty="0">
                <a:solidFill>
                  <a:srgbClr val="00FFFF"/>
                </a:solidFill>
                <a:latin typeface="Courier" charset="0"/>
                <a:ea typeface="Courier" charset="0"/>
                <a:cs typeface="Courier" charset="0"/>
                <a:sym typeface="Cabin"/>
              </a:rPr>
              <a:t>** </a:t>
            </a:r>
            <a:r>
              <a:rPr lang="en-US" sz="4400" u="none" strike="noStrike" cap="none" dirty="0">
                <a:solidFill>
                  <a:schemeClr val="lt1"/>
                </a:solidFill>
                <a:latin typeface="Courier" charset="0"/>
                <a:ea typeface="Courier" charset="0"/>
                <a:cs typeface="Courier" charset="0"/>
                <a:sym typeface="Cabin"/>
              </a:rPr>
              <a:t>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383"/>
        <p:cNvGrpSpPr/>
        <p:nvPr/>
      </p:nvGrpSpPr>
      <p:grpSpPr>
        <a:xfrm>
          <a:off x="0" y="0"/>
          <a:ext cx="0" cy="0"/>
          <a:chOff x="0" y="0"/>
          <a:chExt cx="0" cy="0"/>
        </a:xfrm>
      </p:grpSpPr>
      <p:sp>
        <p:nvSpPr>
          <p:cNvPr id="384" name="Shape 384"/>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u="none" strike="noStrike" cap="none" dirty="0">
                <a:solidFill>
                  <a:srgbClr val="FFD966"/>
                </a:solidFill>
                <a:latin typeface="Arial" charset="0"/>
                <a:ea typeface="Arial" charset="0"/>
                <a:cs typeface="Arial" charset="0"/>
                <a:sym typeface="Cabin"/>
              </a:rPr>
              <a:t>Operator Precedence Rules</a:t>
            </a:r>
          </a:p>
        </p:txBody>
      </p:sp>
      <p:sp>
        <p:nvSpPr>
          <p:cNvPr id="385" name="Shape 385"/>
          <p:cNvSpPr txBox="1">
            <a:spLocks noGrp="1"/>
          </p:cNvSpPr>
          <p:nvPr>
            <p:ph type="body" idx="1"/>
          </p:nvPr>
        </p:nvSpPr>
        <p:spPr>
          <a:prstGeom prst="rect">
            <a:avLst/>
          </a:prstGeom>
          <a:noFill/>
          <a:ln>
            <a:noFill/>
          </a:ln>
        </p:spPr>
        <p:txBody>
          <a:bodyPr lIns="38100" tIns="38100" rIns="38100" bIns="38100" anchor="ctr" anchorCtr="0">
            <a:noAutofit/>
          </a:bodyPr>
          <a:lstStyle/>
          <a:p>
            <a:pPr marL="0" marR="0" lvl="0" indent="0" algn="l" rtl="0">
              <a:lnSpc>
                <a:spcPct val="100000"/>
              </a:lnSpc>
              <a:spcBef>
                <a:spcPts val="0"/>
              </a:spcBef>
              <a:spcAft>
                <a:spcPts val="0"/>
              </a:spcAft>
              <a:buNone/>
            </a:pPr>
            <a:r>
              <a:rPr lang="en-US" sz="3200" u="none" strike="noStrike" cap="none" dirty="0">
                <a:solidFill>
                  <a:schemeClr val="lt1"/>
                </a:solidFill>
                <a:latin typeface="Arial" charset="0"/>
                <a:ea typeface="Arial" charset="0"/>
                <a:cs typeface="Arial" charset="0"/>
                <a:sym typeface="Cabin"/>
              </a:rPr>
              <a:t>Highest precedence rule to lowest precedence rule:</a:t>
            </a:r>
          </a:p>
          <a:p>
            <a:pPr marL="1041400" marR="0" lvl="1" indent="-345694" algn="l" rtl="0">
              <a:lnSpc>
                <a:spcPct val="100000"/>
              </a:lnSpc>
              <a:spcBef>
                <a:spcPts val="3500"/>
              </a:spcBef>
              <a:spcAft>
                <a:spcPts val="0"/>
              </a:spcAft>
              <a:buClr>
                <a:schemeClr val="lt1"/>
              </a:buClr>
              <a:buSzPct val="100000"/>
              <a:buFont typeface="Cabin"/>
            </a:pPr>
            <a:r>
              <a:rPr lang="en-US" sz="3200" u="none" strike="noStrike" cap="none" dirty="0">
                <a:solidFill>
                  <a:schemeClr val="lt1"/>
                </a:solidFill>
                <a:latin typeface="Arial" charset="0"/>
                <a:ea typeface="Arial" charset="0"/>
                <a:cs typeface="Arial" charset="0"/>
                <a:sym typeface="Cabin"/>
              </a:rPr>
              <a:t>Parentheses are always respected</a:t>
            </a:r>
          </a:p>
          <a:p>
            <a:pPr marL="1041400" marR="0" lvl="1" indent="-345694" algn="l" rtl="0">
              <a:lnSpc>
                <a:spcPct val="100000"/>
              </a:lnSpc>
              <a:spcBef>
                <a:spcPts val="3500"/>
              </a:spcBef>
              <a:spcAft>
                <a:spcPts val="0"/>
              </a:spcAft>
              <a:buClr>
                <a:schemeClr val="lt1"/>
              </a:buClr>
              <a:buSzPct val="100000"/>
              <a:buFont typeface="Cabin"/>
            </a:pPr>
            <a:r>
              <a:rPr lang="en-US" sz="3200" u="none" strike="noStrike" cap="none" dirty="0">
                <a:solidFill>
                  <a:schemeClr val="lt1"/>
                </a:solidFill>
                <a:latin typeface="Arial" charset="0"/>
                <a:ea typeface="Arial" charset="0"/>
                <a:cs typeface="Arial" charset="0"/>
                <a:sym typeface="Cabin"/>
              </a:rPr>
              <a:t>Exponentiation (raise to a power)</a:t>
            </a:r>
          </a:p>
          <a:p>
            <a:pPr marL="1041400" marR="0" lvl="1" indent="-345694" algn="l" rtl="0">
              <a:lnSpc>
                <a:spcPct val="100000"/>
              </a:lnSpc>
              <a:spcBef>
                <a:spcPts val="3500"/>
              </a:spcBef>
              <a:spcAft>
                <a:spcPts val="0"/>
              </a:spcAft>
              <a:buClr>
                <a:schemeClr val="lt1"/>
              </a:buClr>
              <a:buSzPct val="100000"/>
              <a:buFont typeface="Cabin"/>
            </a:pPr>
            <a:r>
              <a:rPr lang="en-US" sz="3200" u="none" strike="noStrike" cap="none" dirty="0">
                <a:solidFill>
                  <a:schemeClr val="lt1"/>
                </a:solidFill>
                <a:latin typeface="Arial" charset="0"/>
                <a:ea typeface="Arial" charset="0"/>
                <a:cs typeface="Arial" charset="0"/>
                <a:sym typeface="Cabin"/>
              </a:rPr>
              <a:t>Multiplication, Division, and Remainder</a:t>
            </a:r>
          </a:p>
          <a:p>
            <a:pPr marL="1041400" marR="0" lvl="1" indent="-345694" algn="l" rtl="0">
              <a:lnSpc>
                <a:spcPct val="100000"/>
              </a:lnSpc>
              <a:spcBef>
                <a:spcPts val="3500"/>
              </a:spcBef>
              <a:spcAft>
                <a:spcPts val="0"/>
              </a:spcAft>
              <a:buClr>
                <a:schemeClr val="lt1"/>
              </a:buClr>
              <a:buSzPct val="100000"/>
              <a:buFont typeface="Cabin"/>
            </a:pPr>
            <a:r>
              <a:rPr lang="en-US" sz="3200" u="none" strike="noStrike" cap="none" dirty="0">
                <a:solidFill>
                  <a:schemeClr val="lt1"/>
                </a:solidFill>
                <a:latin typeface="Arial" charset="0"/>
                <a:ea typeface="Arial" charset="0"/>
                <a:cs typeface="Arial" charset="0"/>
                <a:sym typeface="Cabin"/>
              </a:rPr>
              <a:t>Addition and Subtraction</a:t>
            </a:r>
          </a:p>
          <a:p>
            <a:pPr marL="1041400" marR="0" lvl="1" indent="-345694" algn="l" rtl="0">
              <a:lnSpc>
                <a:spcPct val="100000"/>
              </a:lnSpc>
              <a:spcBef>
                <a:spcPts val="3500"/>
              </a:spcBef>
              <a:spcAft>
                <a:spcPts val="0"/>
              </a:spcAft>
              <a:buClr>
                <a:schemeClr val="lt1"/>
              </a:buClr>
              <a:buSzPct val="100000"/>
              <a:buFont typeface="Cabin"/>
            </a:pPr>
            <a:r>
              <a:rPr lang="en-US" sz="3200" u="none" strike="noStrike" cap="none" dirty="0">
                <a:solidFill>
                  <a:schemeClr val="lt1"/>
                </a:solidFill>
                <a:latin typeface="Arial" charset="0"/>
                <a:ea typeface="Arial" charset="0"/>
                <a:cs typeface="Arial" charset="0"/>
                <a:sym typeface="Cabin"/>
              </a:rPr>
              <a:t>Left to right</a:t>
            </a:r>
          </a:p>
        </p:txBody>
      </p:sp>
      <p:grpSp>
        <p:nvGrpSpPr>
          <p:cNvPr id="386" name="Shape 386"/>
          <p:cNvGrpSpPr/>
          <p:nvPr/>
        </p:nvGrpSpPr>
        <p:grpSpPr>
          <a:xfrm>
            <a:off x="12079286" y="3276578"/>
            <a:ext cx="3338701" cy="3020428"/>
            <a:chOff x="0" y="-349272"/>
            <a:chExt cx="2522536" cy="3020428"/>
          </a:xfrm>
        </p:grpSpPr>
        <p:sp>
          <p:nvSpPr>
            <p:cNvPr id="387" name="Shape 387"/>
            <p:cNvSpPr txBox="1"/>
            <p:nvPr/>
          </p:nvSpPr>
          <p:spPr>
            <a:xfrm>
              <a:off x="0" y="-349272"/>
              <a:ext cx="2262187" cy="3020428"/>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3600" u="none" strike="noStrike" cap="none" dirty="0">
                  <a:solidFill>
                    <a:srgbClr val="FF00FF"/>
                  </a:solidFill>
                  <a:latin typeface="Arial" charset="0"/>
                  <a:ea typeface="Arial" charset="0"/>
                  <a:cs typeface="Arial" charset="0"/>
                  <a:sym typeface="Cabin"/>
                </a:rPr>
                <a:t>Parenthesis</a:t>
              </a:r>
            </a:p>
            <a:p>
              <a:pPr marL="0" marR="0" lvl="0" indent="0" algn="ctr" rtl="0">
                <a:lnSpc>
                  <a:spcPct val="100000"/>
                </a:lnSpc>
                <a:spcBef>
                  <a:spcPts val="0"/>
                </a:spcBef>
                <a:spcAft>
                  <a:spcPts val="0"/>
                </a:spcAft>
                <a:buClr>
                  <a:srgbClr val="FF0000"/>
                </a:buClr>
                <a:buSzPct val="25000"/>
                <a:buFont typeface="Cabin"/>
                <a:buNone/>
              </a:pPr>
              <a:r>
                <a:rPr lang="en-US" sz="3600" u="none" strike="noStrike" cap="none" dirty="0">
                  <a:solidFill>
                    <a:srgbClr val="00FFFF"/>
                  </a:solidFill>
                  <a:latin typeface="Arial" charset="0"/>
                  <a:ea typeface="Arial" charset="0"/>
                  <a:cs typeface="Arial" charset="0"/>
                  <a:sym typeface="Cabin"/>
                </a:rPr>
                <a:t>Power</a:t>
              </a:r>
            </a:p>
            <a:p>
              <a:pPr marL="0" marR="0" lvl="0" indent="0" algn="ctr" rtl="0">
                <a:lnSpc>
                  <a:spcPct val="100000"/>
                </a:lnSpc>
                <a:spcBef>
                  <a:spcPts val="0"/>
                </a:spcBef>
                <a:spcAft>
                  <a:spcPts val="0"/>
                </a:spcAft>
                <a:buClr>
                  <a:srgbClr val="00FF00"/>
                </a:buClr>
                <a:buSzPct val="25000"/>
                <a:buFont typeface="Cabin"/>
                <a:buNone/>
              </a:pPr>
              <a:r>
                <a:rPr lang="en-US" sz="3600" u="none" strike="noStrike" cap="none" dirty="0">
                  <a:solidFill>
                    <a:srgbClr val="00FF00"/>
                  </a:solidFill>
                  <a:latin typeface="Arial" charset="0"/>
                  <a:ea typeface="Arial" charset="0"/>
                  <a:cs typeface="Arial" charset="0"/>
                  <a:sym typeface="Cabin"/>
                </a:rPr>
                <a:t>Multiplication</a:t>
              </a:r>
            </a:p>
            <a:p>
              <a:pPr marL="0" marR="0" lvl="0" indent="0" algn="ctr" rtl="0">
                <a:lnSpc>
                  <a:spcPct val="100000"/>
                </a:lnSpc>
                <a:spcBef>
                  <a:spcPts val="0"/>
                </a:spcBef>
                <a:spcAft>
                  <a:spcPts val="0"/>
                </a:spcAft>
                <a:buClr>
                  <a:srgbClr val="FF7F00"/>
                </a:buClr>
                <a:buSzPct val="25000"/>
                <a:buFont typeface="Cabin"/>
                <a:buNone/>
              </a:pPr>
              <a:r>
                <a:rPr lang="en-US" sz="3600" u="none" strike="noStrike" cap="none" dirty="0">
                  <a:solidFill>
                    <a:srgbClr val="FF9900"/>
                  </a:solidFill>
                  <a:latin typeface="Arial" charset="0"/>
                  <a:ea typeface="Arial" charset="0"/>
                  <a:cs typeface="Arial" charset="0"/>
                  <a:sym typeface="Cabin"/>
                </a:rPr>
                <a:t>Addition</a:t>
              </a:r>
            </a:p>
            <a:p>
              <a:pPr marL="0" marR="0" lvl="0" indent="0" algn="ctr" rtl="0">
                <a:lnSpc>
                  <a:spcPct val="100000"/>
                </a:lnSpc>
                <a:spcBef>
                  <a:spcPts val="0"/>
                </a:spcBef>
                <a:spcAft>
                  <a:spcPts val="0"/>
                </a:spcAft>
                <a:buClr>
                  <a:srgbClr val="FFFF00"/>
                </a:buClr>
                <a:buSzPct val="25000"/>
                <a:buFont typeface="Cabin"/>
                <a:buNone/>
              </a:pPr>
              <a:r>
                <a:rPr lang="en-US" sz="3600" u="none" strike="noStrike" cap="none" dirty="0">
                  <a:solidFill>
                    <a:srgbClr val="FFFF00"/>
                  </a:solidFill>
                  <a:latin typeface="Arial" charset="0"/>
                  <a:ea typeface="Arial" charset="0"/>
                  <a:cs typeface="Arial" charset="0"/>
                  <a:sym typeface="Cabin"/>
                </a:rPr>
                <a:t>Left to Right</a:t>
              </a:r>
            </a:p>
          </p:txBody>
        </p:sp>
        <p:cxnSp>
          <p:nvCxnSpPr>
            <p:cNvPr id="388" name="Shape 388"/>
            <p:cNvCxnSpPr/>
            <p:nvPr/>
          </p:nvCxnSpPr>
          <p:spPr>
            <a:xfrm flipV="1">
              <a:off x="2522536" y="134936"/>
              <a:ext cx="0" cy="2051050"/>
            </a:xfrm>
            <a:prstGeom prst="straightConnector1">
              <a:avLst/>
            </a:prstGeom>
            <a:noFill/>
            <a:ln w="88900" cap="rnd" cmpd="sng">
              <a:solidFill>
                <a:schemeClr val="lt1"/>
              </a:solidFill>
              <a:prstDash val="solid"/>
              <a:miter/>
              <a:headEnd type="stealth" w="med" len="med"/>
              <a:tailEnd type="none" w="med" len="med"/>
            </a:ln>
          </p:spPr>
        </p:cxnSp>
      </p:gr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396" name="Shape 396"/>
          <p:cNvSpPr txBox="1"/>
          <p:nvPr/>
        </p:nvSpPr>
        <p:spPr>
          <a:xfrm>
            <a:off x="10307636" y="990600"/>
            <a:ext cx="4627564" cy="8000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Courier" charset="0"/>
                <a:ea typeface="Courier" charset="0"/>
                <a:cs typeface="Courier" charset="0"/>
                <a:sym typeface="Cabin"/>
              </a:rPr>
              <a:t>1 + </a:t>
            </a:r>
            <a:r>
              <a:rPr lang="en-US" sz="3200" u="none" strike="noStrike" cap="none" dirty="0">
                <a:solidFill>
                  <a:srgbClr val="00FFFF"/>
                </a:solidFill>
                <a:latin typeface="Courier" charset="0"/>
                <a:ea typeface="Courier" charset="0"/>
                <a:cs typeface="Courier" charset="0"/>
                <a:sym typeface="Cabin"/>
              </a:rPr>
              <a:t>2 ** 3</a:t>
            </a:r>
            <a:r>
              <a:rPr lang="en-US" sz="3200" u="none" strike="noStrike" cap="none" dirty="0">
                <a:solidFill>
                  <a:schemeClr val="lt1"/>
                </a:solidFill>
                <a:latin typeface="Courier" charset="0"/>
                <a:ea typeface="Courier" charset="0"/>
                <a:cs typeface="Courier" charset="0"/>
                <a:sym typeface="Cabin"/>
              </a:rPr>
              <a:t> / 4 * 5</a:t>
            </a:r>
          </a:p>
        </p:txBody>
      </p:sp>
      <p:sp>
        <p:nvSpPr>
          <p:cNvPr id="397" name="Shape 397"/>
          <p:cNvSpPr txBox="1"/>
          <p:nvPr/>
        </p:nvSpPr>
        <p:spPr>
          <a:xfrm>
            <a:off x="10891836" y="2540000"/>
            <a:ext cx="4043364" cy="8000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Courier" charset="0"/>
                <a:ea typeface="Courier" charset="0"/>
                <a:cs typeface="Courier" charset="0"/>
                <a:sym typeface="Cabin"/>
              </a:rPr>
              <a:t>1 + </a:t>
            </a:r>
            <a:r>
              <a:rPr lang="en-US" sz="3200" u="none" strike="noStrike" cap="none" dirty="0">
                <a:solidFill>
                  <a:srgbClr val="00FF00"/>
                </a:solidFill>
                <a:latin typeface="Courier" charset="0"/>
                <a:ea typeface="Courier" charset="0"/>
                <a:cs typeface="Courier" charset="0"/>
                <a:sym typeface="Cabin"/>
              </a:rPr>
              <a:t>8 / 4</a:t>
            </a:r>
            <a:r>
              <a:rPr lang="en-US" sz="3200" u="none" strike="noStrike" cap="none" dirty="0">
                <a:solidFill>
                  <a:schemeClr val="lt1"/>
                </a:solidFill>
                <a:latin typeface="Courier" charset="0"/>
                <a:ea typeface="Courier" charset="0"/>
                <a:cs typeface="Courier" charset="0"/>
                <a:sym typeface="Cabin"/>
              </a:rPr>
              <a:t> * 5</a:t>
            </a:r>
          </a:p>
        </p:txBody>
      </p:sp>
      <p:cxnSp>
        <p:nvCxnSpPr>
          <p:cNvPr id="398" name="Shape 398"/>
          <p:cNvCxnSpPr/>
          <p:nvPr/>
        </p:nvCxnSpPr>
        <p:spPr>
          <a:xfrm rot="10800000">
            <a:off x="11917975" y="1686224"/>
            <a:ext cx="277199" cy="837900"/>
          </a:xfrm>
          <a:prstGeom prst="straightConnector1">
            <a:avLst/>
          </a:prstGeom>
          <a:noFill/>
          <a:ln w="63500" cap="rnd" cmpd="sng">
            <a:solidFill>
              <a:srgbClr val="00FFFF"/>
            </a:solidFill>
            <a:prstDash val="solid"/>
            <a:miter/>
            <a:headEnd type="stealth" w="med" len="med"/>
            <a:tailEnd type="none" w="med" len="med"/>
          </a:ln>
        </p:spPr>
      </p:cxnSp>
      <p:sp>
        <p:nvSpPr>
          <p:cNvPr id="399" name="Shape 399"/>
          <p:cNvSpPr txBox="1"/>
          <p:nvPr/>
        </p:nvSpPr>
        <p:spPr>
          <a:xfrm>
            <a:off x="11298236" y="4000500"/>
            <a:ext cx="3217864" cy="8000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Courier" charset="0"/>
                <a:ea typeface="Courier" charset="0"/>
                <a:cs typeface="Courier" charset="0"/>
                <a:sym typeface="Cabin"/>
              </a:rPr>
              <a:t>1 + </a:t>
            </a:r>
            <a:r>
              <a:rPr lang="en-US" sz="3200" u="none" strike="noStrike" cap="none" dirty="0">
                <a:solidFill>
                  <a:srgbClr val="00FF00"/>
                </a:solidFill>
                <a:latin typeface="Courier" charset="0"/>
                <a:ea typeface="Courier" charset="0"/>
                <a:cs typeface="Courier" charset="0"/>
                <a:sym typeface="Cabin"/>
              </a:rPr>
              <a:t>2 * 5</a:t>
            </a:r>
          </a:p>
        </p:txBody>
      </p:sp>
      <p:cxnSp>
        <p:nvCxnSpPr>
          <p:cNvPr id="400" name="Shape 400"/>
          <p:cNvCxnSpPr/>
          <p:nvPr/>
        </p:nvCxnSpPr>
        <p:spPr>
          <a:xfrm flipV="1">
            <a:off x="12322173" y="3348026"/>
            <a:ext cx="74752" cy="652474"/>
          </a:xfrm>
          <a:prstGeom prst="straightConnector1">
            <a:avLst/>
          </a:prstGeom>
          <a:noFill/>
          <a:ln w="63500" cap="rnd" cmpd="sng">
            <a:solidFill>
              <a:srgbClr val="00FF00"/>
            </a:solidFill>
            <a:prstDash val="solid"/>
            <a:miter/>
            <a:headEnd type="stealth" w="med" len="med"/>
            <a:tailEnd type="none" w="med" len="med"/>
          </a:ln>
        </p:spPr>
      </p:cxnSp>
      <p:sp>
        <p:nvSpPr>
          <p:cNvPr id="401" name="Shape 401"/>
          <p:cNvSpPr txBox="1"/>
          <p:nvPr/>
        </p:nvSpPr>
        <p:spPr>
          <a:xfrm>
            <a:off x="11590336" y="5638800"/>
            <a:ext cx="2259014" cy="8000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3200" u="none" strike="noStrike" cap="none" dirty="0">
                <a:solidFill>
                  <a:srgbClr val="FF9900"/>
                </a:solidFill>
                <a:latin typeface="Courier" charset="0"/>
                <a:ea typeface="Courier" charset="0"/>
                <a:cs typeface="Courier" charset="0"/>
                <a:sym typeface="Cabin"/>
              </a:rPr>
              <a:t>1 + 10</a:t>
            </a:r>
          </a:p>
        </p:txBody>
      </p:sp>
      <p:cxnSp>
        <p:nvCxnSpPr>
          <p:cNvPr id="402" name="Shape 402"/>
          <p:cNvCxnSpPr>
            <a:endCxn id="399" idx="2"/>
          </p:cNvCxnSpPr>
          <p:nvPr/>
        </p:nvCxnSpPr>
        <p:spPr>
          <a:xfrm flipV="1">
            <a:off x="12785524" y="4800599"/>
            <a:ext cx="121644" cy="863725"/>
          </a:xfrm>
          <a:prstGeom prst="straightConnector1">
            <a:avLst/>
          </a:prstGeom>
          <a:noFill/>
          <a:ln w="63500" cap="rnd" cmpd="sng">
            <a:solidFill>
              <a:srgbClr val="00FF00"/>
            </a:solidFill>
            <a:prstDash val="solid"/>
            <a:miter/>
            <a:headEnd type="stealth" w="med" len="med"/>
            <a:tailEnd type="none" w="med" len="med"/>
          </a:ln>
        </p:spPr>
      </p:cxnSp>
      <p:sp>
        <p:nvSpPr>
          <p:cNvPr id="403" name="Shape 403"/>
          <p:cNvSpPr txBox="1"/>
          <p:nvPr/>
        </p:nvSpPr>
        <p:spPr>
          <a:xfrm>
            <a:off x="12085636" y="6934200"/>
            <a:ext cx="723900" cy="8000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3200" u="none" strike="noStrike" cap="none" dirty="0">
                <a:solidFill>
                  <a:srgbClr val="FF9900"/>
                </a:solidFill>
                <a:latin typeface="Courier" charset="0"/>
                <a:ea typeface="Courier" charset="0"/>
                <a:cs typeface="Courier" charset="0"/>
                <a:sym typeface="Cabin"/>
              </a:rPr>
              <a:t>11</a:t>
            </a:r>
          </a:p>
        </p:txBody>
      </p:sp>
      <p:cxnSp>
        <p:nvCxnSpPr>
          <p:cNvPr id="404" name="Shape 404"/>
          <p:cNvCxnSpPr/>
          <p:nvPr/>
        </p:nvCxnSpPr>
        <p:spPr>
          <a:xfrm rot="10800000">
            <a:off x="12225274" y="6308749"/>
            <a:ext cx="96899" cy="708000"/>
          </a:xfrm>
          <a:prstGeom prst="straightConnector1">
            <a:avLst/>
          </a:prstGeom>
          <a:noFill/>
          <a:ln w="63500" cap="rnd" cmpd="sng">
            <a:solidFill>
              <a:srgbClr val="FF9900"/>
            </a:solidFill>
            <a:prstDash val="solid"/>
            <a:miter/>
            <a:headEnd type="stealth" w="med" len="med"/>
            <a:tailEnd type="none" w="med" len="med"/>
          </a:ln>
        </p:spPr>
      </p:cxnSp>
      <p:sp>
        <p:nvSpPr>
          <p:cNvPr id="405" name="Shape 405"/>
          <p:cNvSpPr txBox="1"/>
          <p:nvPr/>
        </p:nvSpPr>
        <p:spPr>
          <a:xfrm>
            <a:off x="1455723" y="1309675"/>
            <a:ext cx="7351799" cy="29559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600" i="0" u="none" strike="noStrike" cap="none" dirty="0">
                <a:solidFill>
                  <a:schemeClr val="lt1"/>
                </a:solidFill>
                <a:latin typeface="Courier"/>
                <a:ea typeface="Courier"/>
                <a:cs typeface="Courier"/>
                <a:sym typeface="Courier New"/>
              </a:rPr>
              <a:t>&gt;&gt;&gt; </a:t>
            </a:r>
            <a:r>
              <a:rPr lang="en-US" sz="3600" i="0" u="none" strike="noStrike" cap="none" dirty="0">
                <a:solidFill>
                  <a:srgbClr val="FFFF00"/>
                </a:solidFill>
                <a:latin typeface="Courier"/>
                <a:ea typeface="Courier"/>
                <a:cs typeface="Courier"/>
                <a:sym typeface="Courier New"/>
              </a:rPr>
              <a:t>x = 1 + 2 ** 3 / 4 * 5</a:t>
            </a:r>
          </a:p>
          <a:p>
            <a:pPr marL="0" marR="0" lvl="0" indent="0" algn="l" rtl="0">
              <a:lnSpc>
                <a:spcPct val="100000"/>
              </a:lnSpc>
              <a:spcBef>
                <a:spcPts val="0"/>
              </a:spcBef>
              <a:spcAft>
                <a:spcPts val="0"/>
              </a:spcAft>
              <a:buClr>
                <a:schemeClr val="lt1"/>
              </a:buClr>
              <a:buSzPct val="25000"/>
              <a:buFont typeface="Cabin"/>
              <a:buNone/>
            </a:pPr>
            <a:r>
              <a:rPr lang="en-US" sz="3600" i="0" u="none" strike="noStrike" cap="none" dirty="0">
                <a:solidFill>
                  <a:schemeClr val="lt1"/>
                </a:solidFill>
                <a:latin typeface="Courier"/>
                <a:ea typeface="Courier"/>
                <a:cs typeface="Courier"/>
                <a:sym typeface="Courier New"/>
              </a:rPr>
              <a:t>&gt;&gt;&gt; </a:t>
            </a:r>
            <a:r>
              <a:rPr lang="en-US" sz="3600" i="0" u="none" strike="noStrike" cap="none" dirty="0">
                <a:solidFill>
                  <a:srgbClr val="FFFF00"/>
                </a:solidFill>
                <a:latin typeface="Courier"/>
                <a:ea typeface="Courier"/>
                <a:cs typeface="Courier"/>
                <a:sym typeface="Courier New"/>
              </a:rPr>
              <a:t>print(x)</a:t>
            </a:r>
          </a:p>
          <a:p>
            <a:pPr marL="0" marR="0" lvl="0" indent="0" algn="l" rtl="0">
              <a:lnSpc>
                <a:spcPct val="100000"/>
              </a:lnSpc>
              <a:spcBef>
                <a:spcPts val="0"/>
              </a:spcBef>
              <a:spcAft>
                <a:spcPts val="0"/>
              </a:spcAft>
              <a:buClr>
                <a:schemeClr val="lt1"/>
              </a:buClr>
              <a:buSzPct val="25000"/>
              <a:buFont typeface="Cabin"/>
              <a:buNone/>
            </a:pPr>
            <a:r>
              <a:rPr lang="en-US" sz="3600" i="0" u="none" strike="noStrike" cap="none" dirty="0">
                <a:solidFill>
                  <a:schemeClr val="lt1"/>
                </a:solidFill>
                <a:latin typeface="Courier"/>
                <a:ea typeface="Courier"/>
                <a:cs typeface="Courier"/>
                <a:sym typeface="Courier New"/>
              </a:rPr>
              <a:t>11.0</a:t>
            </a:r>
          </a:p>
          <a:p>
            <a:pPr marL="0" marR="0" lvl="0" indent="0" algn="l" rtl="0">
              <a:lnSpc>
                <a:spcPct val="100000"/>
              </a:lnSpc>
              <a:spcBef>
                <a:spcPts val="0"/>
              </a:spcBef>
              <a:spcAft>
                <a:spcPts val="0"/>
              </a:spcAft>
              <a:buClr>
                <a:schemeClr val="lt1"/>
              </a:buClr>
              <a:buSzPct val="25000"/>
              <a:buFont typeface="Cabin"/>
              <a:buNone/>
            </a:pPr>
            <a:r>
              <a:rPr lang="en-US" sz="3600" i="0" u="none" strike="noStrike" cap="none" dirty="0">
                <a:solidFill>
                  <a:schemeClr val="lt1"/>
                </a:solidFill>
                <a:latin typeface="Courier"/>
                <a:ea typeface="Courier"/>
                <a:cs typeface="Courier"/>
                <a:sym typeface="Courier New"/>
              </a:rPr>
              <a:t>&gt;&gt;&gt;</a:t>
            </a:r>
            <a:r>
              <a:rPr lang="en-US" sz="3600" b="1" i="0" u="none" strike="noStrike" cap="none" dirty="0">
                <a:solidFill>
                  <a:schemeClr val="lt1"/>
                </a:solidFill>
                <a:latin typeface="Courier"/>
                <a:ea typeface="Courier"/>
                <a:cs typeface="Courier"/>
                <a:sym typeface="Courier New"/>
              </a:rPr>
              <a:t> </a:t>
            </a:r>
          </a:p>
        </p:txBody>
      </p:sp>
      <p:grpSp>
        <p:nvGrpSpPr>
          <p:cNvPr id="18" name="Shape 386"/>
          <p:cNvGrpSpPr/>
          <p:nvPr/>
        </p:nvGrpSpPr>
        <p:grpSpPr>
          <a:xfrm>
            <a:off x="3242938" y="4450596"/>
            <a:ext cx="3338701" cy="3020428"/>
            <a:chOff x="0" y="-349272"/>
            <a:chExt cx="2522536" cy="3020428"/>
          </a:xfrm>
        </p:grpSpPr>
        <p:sp>
          <p:nvSpPr>
            <p:cNvPr id="19" name="Shape 387"/>
            <p:cNvSpPr txBox="1"/>
            <p:nvPr/>
          </p:nvSpPr>
          <p:spPr>
            <a:xfrm>
              <a:off x="0" y="-349272"/>
              <a:ext cx="2262187" cy="3020428"/>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3600" u="none" strike="noStrike" cap="none" dirty="0">
                  <a:solidFill>
                    <a:srgbClr val="FF00FF"/>
                  </a:solidFill>
                  <a:latin typeface="Arial" charset="0"/>
                  <a:ea typeface="Arial" charset="0"/>
                  <a:cs typeface="Arial" charset="0"/>
                  <a:sym typeface="Cabin"/>
                </a:rPr>
                <a:t>Parenthesis</a:t>
              </a:r>
            </a:p>
            <a:p>
              <a:pPr marL="0" marR="0" lvl="0" indent="0" algn="ctr" rtl="0">
                <a:lnSpc>
                  <a:spcPct val="100000"/>
                </a:lnSpc>
                <a:spcBef>
                  <a:spcPts val="0"/>
                </a:spcBef>
                <a:spcAft>
                  <a:spcPts val="0"/>
                </a:spcAft>
                <a:buClr>
                  <a:srgbClr val="FF0000"/>
                </a:buClr>
                <a:buSzPct val="25000"/>
                <a:buFont typeface="Cabin"/>
                <a:buNone/>
              </a:pPr>
              <a:r>
                <a:rPr lang="en-US" sz="3600" u="none" strike="noStrike" cap="none" dirty="0">
                  <a:solidFill>
                    <a:srgbClr val="00FFFF"/>
                  </a:solidFill>
                  <a:latin typeface="Arial" charset="0"/>
                  <a:ea typeface="Arial" charset="0"/>
                  <a:cs typeface="Arial" charset="0"/>
                  <a:sym typeface="Cabin"/>
                </a:rPr>
                <a:t>Power</a:t>
              </a:r>
            </a:p>
            <a:p>
              <a:pPr marL="0" marR="0" lvl="0" indent="0" algn="ctr" rtl="0">
                <a:lnSpc>
                  <a:spcPct val="100000"/>
                </a:lnSpc>
                <a:spcBef>
                  <a:spcPts val="0"/>
                </a:spcBef>
                <a:spcAft>
                  <a:spcPts val="0"/>
                </a:spcAft>
                <a:buClr>
                  <a:srgbClr val="00FF00"/>
                </a:buClr>
                <a:buSzPct val="25000"/>
                <a:buFont typeface="Cabin"/>
                <a:buNone/>
              </a:pPr>
              <a:r>
                <a:rPr lang="en-US" sz="3600" u="none" strike="noStrike" cap="none" dirty="0">
                  <a:solidFill>
                    <a:srgbClr val="00FF00"/>
                  </a:solidFill>
                  <a:latin typeface="Arial" charset="0"/>
                  <a:ea typeface="Arial" charset="0"/>
                  <a:cs typeface="Arial" charset="0"/>
                  <a:sym typeface="Cabin"/>
                </a:rPr>
                <a:t>Multiplication</a:t>
              </a:r>
            </a:p>
            <a:p>
              <a:pPr marL="0" marR="0" lvl="0" indent="0" algn="ctr" rtl="0">
                <a:lnSpc>
                  <a:spcPct val="100000"/>
                </a:lnSpc>
                <a:spcBef>
                  <a:spcPts val="0"/>
                </a:spcBef>
                <a:spcAft>
                  <a:spcPts val="0"/>
                </a:spcAft>
                <a:buClr>
                  <a:srgbClr val="FF7F00"/>
                </a:buClr>
                <a:buSzPct val="25000"/>
                <a:buFont typeface="Cabin"/>
                <a:buNone/>
              </a:pPr>
              <a:r>
                <a:rPr lang="en-US" sz="3600" u="none" strike="noStrike" cap="none" dirty="0">
                  <a:solidFill>
                    <a:srgbClr val="FF9900"/>
                  </a:solidFill>
                  <a:latin typeface="Arial" charset="0"/>
                  <a:ea typeface="Arial" charset="0"/>
                  <a:cs typeface="Arial" charset="0"/>
                  <a:sym typeface="Cabin"/>
                </a:rPr>
                <a:t>Addition</a:t>
              </a:r>
            </a:p>
            <a:p>
              <a:pPr marL="0" marR="0" lvl="0" indent="0" algn="ctr" rtl="0">
                <a:lnSpc>
                  <a:spcPct val="100000"/>
                </a:lnSpc>
                <a:spcBef>
                  <a:spcPts val="0"/>
                </a:spcBef>
                <a:spcAft>
                  <a:spcPts val="0"/>
                </a:spcAft>
                <a:buClr>
                  <a:srgbClr val="FFFF00"/>
                </a:buClr>
                <a:buSzPct val="25000"/>
                <a:buFont typeface="Cabin"/>
                <a:buNone/>
              </a:pPr>
              <a:r>
                <a:rPr lang="en-US" sz="3600" u="none" strike="noStrike" cap="none" dirty="0">
                  <a:solidFill>
                    <a:srgbClr val="FFFF00"/>
                  </a:solidFill>
                  <a:latin typeface="Arial" charset="0"/>
                  <a:ea typeface="Arial" charset="0"/>
                  <a:cs typeface="Arial" charset="0"/>
                  <a:sym typeface="Cabin"/>
                </a:rPr>
                <a:t>Left to Right</a:t>
              </a:r>
            </a:p>
          </p:txBody>
        </p:sp>
        <p:cxnSp>
          <p:nvCxnSpPr>
            <p:cNvPr id="20" name="Shape 388"/>
            <p:cNvCxnSpPr/>
            <p:nvPr/>
          </p:nvCxnSpPr>
          <p:spPr>
            <a:xfrm flipV="1">
              <a:off x="2522536" y="134936"/>
              <a:ext cx="0" cy="2051050"/>
            </a:xfrm>
            <a:prstGeom prst="straightConnector1">
              <a:avLst/>
            </a:prstGeom>
            <a:noFill/>
            <a:ln w="88900" cap="rnd" cmpd="sng">
              <a:solidFill>
                <a:schemeClr val="lt1"/>
              </a:solidFill>
              <a:prstDash val="solid"/>
              <a:miter/>
              <a:headEnd type="stealth" w="med" len="med"/>
              <a:tailEnd type="none" w="med" len="med"/>
            </a:ln>
          </p:spPr>
        </p:cxnSp>
      </p:gr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15" name="Shape 384">
            <a:extLst>
              <a:ext uri="{FF2B5EF4-FFF2-40B4-BE49-F238E27FC236}">
                <a16:creationId xmlns:a16="http://schemas.microsoft.com/office/drawing/2014/main" id="{C446EA01-8BAE-E44D-B7F9-2C1EC8ABB17E}"/>
              </a:ext>
            </a:extLst>
          </p:cNvPr>
          <p:cNvSpPr txBox="1">
            <a:spLocks/>
          </p:cNvSpPr>
          <p:nvPr/>
        </p:nvSpPr>
        <p:spPr>
          <a:xfrm>
            <a:off x="812800" y="785812"/>
            <a:ext cx="14630400" cy="1104899"/>
          </a:xfrm>
          <a:prstGeom prst="rect">
            <a:avLst/>
          </a:prstGeom>
          <a:noFill/>
          <a:ln>
            <a:noFill/>
          </a:ln>
        </p:spPr>
        <p:txBody>
          <a:bodyPr lIns="38100" tIns="38100" rIns="38100" bIns="381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None/>
              <a:defRPr sz="5400" b="0" i="0" u="none" strike="noStrike" cap="none">
                <a:solidFill>
                  <a:srgbClr val="000000"/>
                </a:solidFill>
                <a:latin typeface="Arial"/>
                <a:ea typeface="Arial"/>
                <a:cs typeface="Arial"/>
                <a:sym typeface="Arial"/>
              </a:defRPr>
            </a:lvl1pPr>
          </a:lstStyle>
          <a:p>
            <a:pPr algn="ctr">
              <a:buClr>
                <a:srgbClr val="00FF00"/>
              </a:buClr>
              <a:buSzPct val="25000"/>
              <a:buFont typeface="Cabin"/>
              <a:buNone/>
            </a:pPr>
            <a:r>
              <a:rPr lang="en-US" sz="7600" dirty="0">
                <a:solidFill>
                  <a:srgbClr val="FFD966"/>
                </a:solidFill>
                <a:latin typeface="Arial" charset="0"/>
                <a:ea typeface="Arial" charset="0"/>
                <a:cs typeface="Arial" charset="0"/>
                <a:sym typeface="Cabin"/>
              </a:rPr>
              <a:t>Brain Games</a:t>
            </a:r>
          </a:p>
        </p:txBody>
      </p:sp>
      <p:sp>
        <p:nvSpPr>
          <p:cNvPr id="2" name="TextBox 1">
            <a:extLst>
              <a:ext uri="{FF2B5EF4-FFF2-40B4-BE49-F238E27FC236}">
                <a16:creationId xmlns:a16="http://schemas.microsoft.com/office/drawing/2014/main" id="{22E9B058-2234-A042-815A-42C7C652E65E}"/>
              </a:ext>
            </a:extLst>
          </p:cNvPr>
          <p:cNvSpPr txBox="1"/>
          <p:nvPr/>
        </p:nvSpPr>
        <p:spPr>
          <a:xfrm>
            <a:off x="1303867" y="3149600"/>
            <a:ext cx="8177239" cy="5016758"/>
          </a:xfrm>
          <a:prstGeom prst="rect">
            <a:avLst/>
          </a:prstGeom>
          <a:noFill/>
        </p:spPr>
        <p:txBody>
          <a:bodyPr wrap="none" rtlCol="0">
            <a:spAutoFit/>
          </a:bodyPr>
          <a:lstStyle/>
          <a:p>
            <a:r>
              <a:rPr lang="en-US" sz="3200" dirty="0">
                <a:solidFill>
                  <a:schemeClr val="bg1"/>
                </a:solidFill>
              </a:rPr>
              <a:t>When I run this program, what will print out?</a:t>
            </a:r>
          </a:p>
          <a:p>
            <a:endParaRPr lang="en-US" sz="3200" b="1" dirty="0">
              <a:solidFill>
                <a:schemeClr val="bg1"/>
              </a:solidFill>
            </a:endParaRPr>
          </a:p>
          <a:p>
            <a:r>
              <a:rPr lang="en-US" sz="3200" dirty="0">
                <a:solidFill>
                  <a:srgbClr val="FFFD38"/>
                </a:solidFill>
              </a:rPr>
              <a:t>x = 100**0 + 10 / 2 – 4</a:t>
            </a:r>
          </a:p>
          <a:p>
            <a:r>
              <a:rPr lang="en-US" sz="3200" dirty="0">
                <a:solidFill>
                  <a:srgbClr val="FFFD38"/>
                </a:solidFill>
              </a:rPr>
              <a:t>print(x)</a:t>
            </a:r>
            <a:endParaRPr lang="en-US" sz="3200" dirty="0">
              <a:solidFill>
                <a:schemeClr val="bg1"/>
              </a:solidFill>
            </a:endParaRPr>
          </a:p>
          <a:p>
            <a:endParaRPr lang="en-US" sz="3200" dirty="0">
              <a:solidFill>
                <a:schemeClr val="bg1"/>
              </a:solidFill>
            </a:endParaRPr>
          </a:p>
          <a:p>
            <a:r>
              <a:rPr lang="en-US" sz="3200" dirty="0">
                <a:solidFill>
                  <a:schemeClr val="bg1"/>
                </a:solidFill>
              </a:rPr>
              <a:t>How about this one? </a:t>
            </a:r>
          </a:p>
          <a:p>
            <a:endParaRPr lang="en-US" sz="3200" dirty="0">
              <a:solidFill>
                <a:srgbClr val="FFFB4E"/>
              </a:solidFill>
            </a:endParaRPr>
          </a:p>
          <a:p>
            <a:r>
              <a:rPr lang="en-US" sz="3200" dirty="0">
                <a:solidFill>
                  <a:srgbClr val="FFFB4E"/>
                </a:solidFill>
              </a:rPr>
              <a:t>x = (8 - 2) * 10 + 4 / (5-4) * 5</a:t>
            </a:r>
          </a:p>
          <a:p>
            <a:r>
              <a:rPr lang="en-US" sz="3200" dirty="0">
                <a:solidFill>
                  <a:srgbClr val="FFFB4E"/>
                </a:solidFill>
              </a:rPr>
              <a:t>print(x)</a:t>
            </a:r>
          </a:p>
          <a:p>
            <a:endParaRPr lang="en-US" sz="3200" dirty="0">
              <a:solidFill>
                <a:schemeClr val="bg1"/>
              </a:solidFill>
            </a:endParaRPr>
          </a:p>
        </p:txBody>
      </p:sp>
    </p:spTree>
    <p:extLst>
      <p:ext uri="{BB962C8B-B14F-4D97-AF65-F5344CB8AC3E}">
        <p14:creationId xmlns:p14="http://schemas.microsoft.com/office/powerpoint/2010/main" val="411314507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92"/>
        <p:cNvGrpSpPr/>
        <p:nvPr/>
      </p:nvGrpSpPr>
      <p:grpSpPr>
        <a:xfrm>
          <a:off x="0" y="0"/>
          <a:ext cx="0" cy="0"/>
          <a:chOff x="0" y="0"/>
          <a:chExt cx="0" cy="0"/>
        </a:xfrm>
      </p:grpSpPr>
      <p:sp>
        <p:nvSpPr>
          <p:cNvPr id="15" name="Shape 384">
            <a:extLst>
              <a:ext uri="{FF2B5EF4-FFF2-40B4-BE49-F238E27FC236}">
                <a16:creationId xmlns:a16="http://schemas.microsoft.com/office/drawing/2014/main" id="{C446EA01-8BAE-E44D-B7F9-2C1EC8ABB17E}"/>
              </a:ext>
            </a:extLst>
          </p:cNvPr>
          <p:cNvSpPr txBox="1">
            <a:spLocks/>
          </p:cNvSpPr>
          <p:nvPr/>
        </p:nvSpPr>
        <p:spPr>
          <a:xfrm>
            <a:off x="812800" y="785812"/>
            <a:ext cx="14630400" cy="1104899"/>
          </a:xfrm>
          <a:prstGeom prst="rect">
            <a:avLst/>
          </a:prstGeom>
          <a:noFill/>
          <a:ln>
            <a:noFill/>
          </a:ln>
        </p:spPr>
        <p:txBody>
          <a:bodyPr lIns="38100" tIns="38100" rIns="38100" bIns="38100" anchor="ctr"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None/>
              <a:defRPr sz="5400" b="0" i="0" u="none" strike="noStrike" cap="none">
                <a:solidFill>
                  <a:srgbClr val="000000"/>
                </a:solidFill>
                <a:latin typeface="Arial"/>
                <a:ea typeface="Arial"/>
                <a:cs typeface="Arial"/>
                <a:sym typeface="Arial"/>
              </a:defRPr>
            </a:lvl1pPr>
          </a:lstStyle>
          <a:p>
            <a:pPr algn="ctr">
              <a:buClr>
                <a:srgbClr val="00FF00"/>
              </a:buClr>
              <a:buSzPct val="25000"/>
              <a:buFont typeface="Cabin"/>
              <a:buNone/>
            </a:pPr>
            <a:r>
              <a:rPr lang="en-US" sz="7600" dirty="0">
                <a:solidFill>
                  <a:srgbClr val="FFD966"/>
                </a:solidFill>
                <a:latin typeface="Arial" charset="0"/>
                <a:ea typeface="Arial" charset="0"/>
                <a:cs typeface="Arial" charset="0"/>
                <a:sym typeface="Cabin"/>
              </a:rPr>
              <a:t>Code Break!</a:t>
            </a:r>
          </a:p>
        </p:txBody>
      </p:sp>
      <p:sp>
        <p:nvSpPr>
          <p:cNvPr id="2" name="TextBox 1">
            <a:extLst>
              <a:ext uri="{FF2B5EF4-FFF2-40B4-BE49-F238E27FC236}">
                <a16:creationId xmlns:a16="http://schemas.microsoft.com/office/drawing/2014/main" id="{22E9B058-2234-A042-815A-42C7C652E65E}"/>
              </a:ext>
            </a:extLst>
          </p:cNvPr>
          <p:cNvSpPr txBox="1"/>
          <p:nvPr/>
        </p:nvSpPr>
        <p:spPr>
          <a:xfrm>
            <a:off x="1659467" y="2596355"/>
            <a:ext cx="12253676" cy="3046988"/>
          </a:xfrm>
          <a:prstGeom prst="rect">
            <a:avLst/>
          </a:prstGeom>
          <a:noFill/>
        </p:spPr>
        <p:txBody>
          <a:bodyPr wrap="none" rtlCol="0">
            <a:spAutoFit/>
          </a:bodyPr>
          <a:lstStyle/>
          <a:p>
            <a:r>
              <a:rPr lang="en-US" sz="3200" dirty="0">
                <a:solidFill>
                  <a:schemeClr val="bg1"/>
                </a:solidFill>
              </a:rPr>
              <a:t>Using what we have just learned, write this program:</a:t>
            </a:r>
          </a:p>
          <a:p>
            <a:endParaRPr lang="en-US" sz="3200" b="1" dirty="0">
              <a:solidFill>
                <a:schemeClr val="bg1"/>
              </a:solidFill>
            </a:endParaRPr>
          </a:p>
          <a:p>
            <a:pPr marL="457200" indent="-457200">
              <a:buFont typeface="Arial" panose="020B0604020202020204" pitchFamily="34" charset="0"/>
              <a:buChar char="•"/>
            </a:pPr>
            <a:r>
              <a:rPr lang="en-US" sz="3200" b="1" dirty="0">
                <a:solidFill>
                  <a:schemeClr val="bg1"/>
                </a:solidFill>
              </a:rPr>
              <a:t>Save your age into a variable called “age”</a:t>
            </a:r>
          </a:p>
          <a:p>
            <a:pPr marL="457200" indent="-457200">
              <a:buFont typeface="Arial" panose="020B0604020202020204" pitchFamily="34" charset="0"/>
              <a:buChar char="•"/>
            </a:pPr>
            <a:r>
              <a:rPr lang="en-US" sz="3200" b="1" dirty="0">
                <a:solidFill>
                  <a:schemeClr val="bg1"/>
                </a:solidFill>
              </a:rPr>
              <a:t>Add 100 to your age and save it back into the same variable</a:t>
            </a:r>
          </a:p>
          <a:p>
            <a:pPr marL="457200" indent="-457200">
              <a:buFont typeface="Arial" panose="020B0604020202020204" pitchFamily="34" charset="0"/>
              <a:buChar char="•"/>
            </a:pPr>
            <a:r>
              <a:rPr lang="en-US" sz="3200" b="1" dirty="0">
                <a:solidFill>
                  <a:schemeClr val="bg1"/>
                </a:solidFill>
              </a:rPr>
              <a:t>Print out “In 100 years you will be…”</a:t>
            </a:r>
          </a:p>
          <a:p>
            <a:pPr marL="457200" indent="-457200">
              <a:buFont typeface="Arial" panose="020B0604020202020204" pitchFamily="34" charset="0"/>
              <a:buChar char="•"/>
            </a:pPr>
            <a:r>
              <a:rPr lang="en-US" sz="3200" b="1" dirty="0">
                <a:solidFill>
                  <a:schemeClr val="bg1"/>
                </a:solidFill>
              </a:rPr>
              <a:t>Then print out the age variable</a:t>
            </a:r>
          </a:p>
        </p:txBody>
      </p:sp>
      <p:sp>
        <p:nvSpPr>
          <p:cNvPr id="3" name="TextBox 2">
            <a:extLst>
              <a:ext uri="{FF2B5EF4-FFF2-40B4-BE49-F238E27FC236}">
                <a16:creationId xmlns:a16="http://schemas.microsoft.com/office/drawing/2014/main" id="{F94774B5-3312-ED4A-BCB2-625ED8622409}"/>
              </a:ext>
            </a:extLst>
          </p:cNvPr>
          <p:cNvSpPr txBox="1"/>
          <p:nvPr/>
        </p:nvSpPr>
        <p:spPr>
          <a:xfrm>
            <a:off x="4521200" y="6128855"/>
            <a:ext cx="7213599" cy="2554545"/>
          </a:xfrm>
          <a:prstGeom prst="rect">
            <a:avLst/>
          </a:prstGeom>
          <a:noFill/>
        </p:spPr>
        <p:txBody>
          <a:bodyPr wrap="square" rtlCol="0">
            <a:spAutoFit/>
          </a:bodyPr>
          <a:lstStyle/>
          <a:p>
            <a:r>
              <a:rPr lang="en-US" sz="2000" dirty="0">
                <a:solidFill>
                  <a:srgbClr val="FFFD38"/>
                </a:solidFill>
              </a:rPr>
              <a:t>Hint: You can print out more than one thing like this:</a:t>
            </a:r>
          </a:p>
          <a:p>
            <a:endParaRPr lang="en-US" sz="2000" dirty="0">
              <a:solidFill>
                <a:srgbClr val="FFFD38"/>
              </a:solidFill>
            </a:endParaRPr>
          </a:p>
          <a:p>
            <a:r>
              <a:rPr lang="en-US" sz="2000" dirty="0">
                <a:solidFill>
                  <a:srgbClr val="FFFD38"/>
                </a:solidFill>
              </a:rPr>
              <a:t>print(“In 100 years you will be”, age) </a:t>
            </a:r>
          </a:p>
          <a:p>
            <a:endParaRPr lang="en-US" sz="2000" dirty="0">
              <a:solidFill>
                <a:srgbClr val="FFFD38"/>
              </a:solidFill>
            </a:endParaRPr>
          </a:p>
          <a:p>
            <a:endParaRPr lang="en-US" sz="2000" dirty="0">
              <a:solidFill>
                <a:srgbClr val="FFFD38"/>
              </a:solidFill>
            </a:endParaRPr>
          </a:p>
          <a:p>
            <a:r>
              <a:rPr lang="en-US" sz="2000" dirty="0">
                <a:solidFill>
                  <a:srgbClr val="FFFD38"/>
                </a:solidFill>
              </a:rPr>
              <a:t>Or even like this! (we will learn more later):</a:t>
            </a:r>
          </a:p>
          <a:p>
            <a:endParaRPr lang="en-US" sz="2000" dirty="0">
              <a:solidFill>
                <a:srgbClr val="FFFD38"/>
              </a:solidFill>
            </a:endParaRPr>
          </a:p>
          <a:p>
            <a:r>
              <a:rPr lang="en-US" sz="2000" dirty="0">
                <a:solidFill>
                  <a:srgbClr val="FFFD38"/>
                </a:solidFill>
              </a:rPr>
              <a:t>print(“In 100 years you will be %d” % (age))</a:t>
            </a:r>
          </a:p>
        </p:txBody>
      </p:sp>
    </p:spTree>
    <p:extLst>
      <p:ext uri="{BB962C8B-B14F-4D97-AF65-F5344CB8AC3E}">
        <p14:creationId xmlns:p14="http://schemas.microsoft.com/office/powerpoint/2010/main" val="191686185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dirty="0">
                <a:solidFill>
                  <a:srgbClr val="FFD966"/>
                </a:solidFill>
              </a:rPr>
              <a:t>Variable Types…</a:t>
            </a:r>
          </a:p>
        </p:txBody>
      </p:sp>
    </p:spTree>
    <p:extLst>
      <p:ext uri="{BB962C8B-B14F-4D97-AF65-F5344CB8AC3E}">
        <p14:creationId xmlns:p14="http://schemas.microsoft.com/office/powerpoint/2010/main" val="266160129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sp>
        <p:nvSpPr>
          <p:cNvPr id="435" name="Shape 435"/>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7600" u="none" strike="noStrike" cap="none">
                <a:solidFill>
                  <a:srgbClr val="FFD966"/>
                </a:solidFill>
                <a:latin typeface="Arial" charset="0"/>
                <a:ea typeface="Arial" charset="0"/>
                <a:cs typeface="Arial" charset="0"/>
                <a:sym typeface="Cabin"/>
              </a:rPr>
              <a:t>What Does </a:t>
            </a:r>
            <a:r>
              <a:rPr lang="en-US" sz="7600" b="0" i="0" u="none" strike="noStrike" cap="none">
                <a:solidFill>
                  <a:srgbClr val="FFD966"/>
                </a:solidFill>
                <a:latin typeface="Arial"/>
                <a:ea typeface="Arial"/>
                <a:cs typeface="Arial"/>
                <a:sym typeface="Arial"/>
              </a:rPr>
              <a:t>“</a:t>
            </a:r>
            <a:r>
              <a:rPr lang="en-US" sz="7600" u="none" strike="noStrike" cap="none">
                <a:solidFill>
                  <a:srgbClr val="FFD966"/>
                </a:solidFill>
                <a:latin typeface="Arial" charset="0"/>
                <a:ea typeface="Arial" charset="0"/>
                <a:cs typeface="Arial" charset="0"/>
                <a:sym typeface="Cabin"/>
              </a:rPr>
              <a:t>Type</a:t>
            </a:r>
            <a:r>
              <a:rPr lang="en-US" sz="7600" b="0" i="0" u="none" strike="noStrike" cap="none">
                <a:solidFill>
                  <a:srgbClr val="FFD966"/>
                </a:solidFill>
                <a:latin typeface="Arial"/>
                <a:ea typeface="Arial"/>
                <a:cs typeface="Arial"/>
                <a:sym typeface="Arial"/>
              </a:rPr>
              <a:t>”</a:t>
            </a:r>
            <a:r>
              <a:rPr lang="en-US" sz="7600" u="none" strike="noStrike" cap="none">
                <a:solidFill>
                  <a:srgbClr val="FFD966"/>
                </a:solidFill>
                <a:latin typeface="Arial" charset="0"/>
                <a:ea typeface="Arial" charset="0"/>
                <a:cs typeface="Arial" charset="0"/>
                <a:sym typeface="Cabin"/>
              </a:rPr>
              <a:t> Mean?</a:t>
            </a:r>
          </a:p>
        </p:txBody>
      </p:sp>
      <p:sp>
        <p:nvSpPr>
          <p:cNvPr id="436" name="Shape 436"/>
          <p:cNvSpPr txBox="1">
            <a:spLocks noGrp="1"/>
          </p:cNvSpPr>
          <p:nvPr>
            <p:ph type="body" idx="1"/>
          </p:nvPr>
        </p:nvSpPr>
        <p:spPr>
          <a:xfrm>
            <a:off x="812800" y="2133600"/>
            <a:ext cx="8540750" cy="6034087"/>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In Python variables, literals, and constants have a </a:t>
            </a:r>
            <a:r>
              <a:rPr lang="en-US" sz="3600" b="0" i="0" u="none" strike="noStrike" cap="none" dirty="0">
                <a:solidFill>
                  <a:schemeClr val="lt1"/>
                </a:solidFill>
                <a:latin typeface="Arial"/>
                <a:ea typeface="Arial"/>
                <a:cs typeface="Arial"/>
                <a:sym typeface="Arial"/>
              </a:rPr>
              <a:t>“</a:t>
            </a:r>
            <a:r>
              <a:rPr lang="en-US" sz="3600" u="none" strike="noStrike" cap="none" dirty="0">
                <a:solidFill>
                  <a:srgbClr val="00FF00"/>
                </a:solidFill>
                <a:latin typeface="Arial" charset="0"/>
                <a:ea typeface="Arial" charset="0"/>
                <a:cs typeface="Arial" charset="0"/>
                <a:sym typeface="Cabin"/>
              </a:rPr>
              <a:t>type</a:t>
            </a:r>
            <a:r>
              <a:rPr lang="en-US" sz="3600" b="0" i="0" u="none" strike="noStrike" cap="none" dirty="0">
                <a:solidFill>
                  <a:schemeClr val="lt1"/>
                </a:solidFill>
                <a:latin typeface="Arial"/>
                <a:ea typeface="Arial"/>
                <a:cs typeface="Arial"/>
                <a:sym typeface="Arial"/>
              </a:rPr>
              <a:t>”</a:t>
            </a:r>
          </a:p>
          <a:p>
            <a:pPr marL="749300" marR="0" lvl="0" indent="-371094" algn="l" rtl="0">
              <a:lnSpc>
                <a:spcPct val="10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Python knows the </a:t>
            </a:r>
            <a:r>
              <a:rPr lang="en-US" sz="3600" u="none" strike="noStrike" cap="none" dirty="0">
                <a:solidFill>
                  <a:srgbClr val="00FF00"/>
                </a:solidFill>
                <a:latin typeface="Arial" charset="0"/>
                <a:ea typeface="Arial" charset="0"/>
                <a:cs typeface="Arial" charset="0"/>
                <a:sym typeface="Cabin"/>
              </a:rPr>
              <a:t>difference</a:t>
            </a:r>
            <a:r>
              <a:rPr lang="en-US" sz="3600" u="none" strike="noStrike" cap="none" dirty="0">
                <a:solidFill>
                  <a:schemeClr val="lt1"/>
                </a:solidFill>
                <a:latin typeface="Arial" charset="0"/>
                <a:ea typeface="Arial" charset="0"/>
                <a:cs typeface="Arial" charset="0"/>
                <a:sym typeface="Cabin"/>
              </a:rPr>
              <a:t> between an integer number and a string</a:t>
            </a:r>
          </a:p>
          <a:p>
            <a:pPr marL="749300" marR="0" lvl="0" indent="-371094" algn="l" rtl="0">
              <a:lnSpc>
                <a:spcPct val="10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For example </a:t>
            </a:r>
            <a:r>
              <a:rPr lang="en-US" sz="3600" b="0" i="0" u="none" strike="noStrike" cap="none" dirty="0">
                <a:solidFill>
                  <a:schemeClr val="lt1"/>
                </a:solidFill>
                <a:latin typeface="Arial"/>
                <a:ea typeface="Arial"/>
                <a:cs typeface="Arial"/>
                <a:sym typeface="Arial"/>
              </a:rPr>
              <a:t>“</a:t>
            </a:r>
            <a:r>
              <a:rPr lang="en-US" sz="3600" u="none" strike="noStrike" cap="none" dirty="0">
                <a:solidFill>
                  <a:srgbClr val="00FFFF"/>
                </a:solidFill>
                <a:latin typeface="Arial" charset="0"/>
                <a:ea typeface="Arial" charset="0"/>
                <a:cs typeface="Arial" charset="0"/>
                <a:sym typeface="Cabin"/>
              </a:rPr>
              <a:t>+</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 means </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addition</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 if something is a number and </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concatenate</a:t>
            </a:r>
            <a:r>
              <a:rPr lang="en-US" sz="3600" b="0" i="0" u="none" strike="noStrike" cap="none" dirty="0">
                <a:solidFill>
                  <a:schemeClr val="lt1"/>
                </a:solidFill>
                <a:latin typeface="Arial"/>
                <a:ea typeface="Arial"/>
                <a:cs typeface="Arial"/>
                <a:sym typeface="Arial"/>
              </a:rPr>
              <a:t>”</a:t>
            </a:r>
            <a:r>
              <a:rPr lang="en-US" sz="3600" u="none" strike="noStrike" cap="none" dirty="0">
                <a:solidFill>
                  <a:schemeClr val="lt1"/>
                </a:solidFill>
                <a:latin typeface="Arial" charset="0"/>
                <a:ea typeface="Arial" charset="0"/>
                <a:cs typeface="Arial" charset="0"/>
                <a:sym typeface="Cabin"/>
              </a:rPr>
              <a:t> if something is a string </a:t>
            </a:r>
          </a:p>
        </p:txBody>
      </p:sp>
      <p:sp>
        <p:nvSpPr>
          <p:cNvPr id="437" name="Shape 437"/>
          <p:cNvSpPr txBox="1"/>
          <p:nvPr/>
        </p:nvSpPr>
        <p:spPr>
          <a:xfrm>
            <a:off x="9696450" y="3224956"/>
            <a:ext cx="6076799" cy="32258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a:t>
            </a:r>
            <a:r>
              <a:rPr lang="en-US" sz="2800" i="0" u="none" strike="noStrike" cap="none" dirty="0" err="1">
                <a:solidFill>
                  <a:srgbClr val="FFFF00"/>
                </a:solidFill>
                <a:latin typeface="Courier"/>
                <a:ea typeface="Courier"/>
                <a:cs typeface="Courier"/>
                <a:sym typeface="Courier New"/>
              </a:rPr>
              <a:t>ddd</a:t>
            </a:r>
            <a:r>
              <a:rPr lang="en-US" sz="2800" i="0" u="none" strike="noStrike" cap="none" dirty="0">
                <a:solidFill>
                  <a:srgbClr val="FFFF00"/>
                </a:solidFill>
                <a:latin typeface="Courier"/>
                <a:ea typeface="Courier"/>
                <a:cs typeface="Courier"/>
                <a:sym typeface="Courier New"/>
              </a:rPr>
              <a:t> = 1 + 4</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print(</a:t>
            </a:r>
            <a:r>
              <a:rPr lang="en-US" sz="2800" i="0" u="none" strike="noStrike" cap="none" dirty="0" err="1">
                <a:solidFill>
                  <a:srgbClr val="FFFF00"/>
                </a:solidFill>
                <a:latin typeface="Courier"/>
                <a:ea typeface="Courier"/>
                <a:cs typeface="Courier"/>
                <a:sym typeface="Courier New"/>
              </a:rPr>
              <a:t>ddd</a:t>
            </a:r>
            <a:r>
              <a:rPr lang="en-US" sz="2800" i="0" u="none" strike="noStrike" cap="none" dirty="0">
                <a:solidFill>
                  <a:srgbClr val="FFFF00"/>
                </a:solidFill>
                <a:latin typeface="Courier"/>
                <a:ea typeface="Courier"/>
                <a:cs typeface="Courier"/>
                <a:sym typeface="Courier New"/>
              </a:rPr>
              <a:t>)</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5</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a:t>
            </a:r>
            <a:r>
              <a:rPr lang="en-US" sz="2800" i="0" u="none" strike="noStrike" cap="none" dirty="0" err="1">
                <a:solidFill>
                  <a:srgbClr val="FFFF00"/>
                </a:solidFill>
                <a:latin typeface="Courier"/>
                <a:ea typeface="Courier"/>
                <a:cs typeface="Courier"/>
                <a:sym typeface="Courier New"/>
              </a:rPr>
              <a:t>eee</a:t>
            </a:r>
            <a:r>
              <a:rPr lang="en-US" sz="2800" i="0" u="none" strike="noStrike" cap="none" dirty="0">
                <a:solidFill>
                  <a:srgbClr val="FFFF00"/>
                </a:solidFill>
                <a:latin typeface="Courier"/>
                <a:ea typeface="Courier"/>
                <a:cs typeface="Courier"/>
                <a:sym typeface="Courier New"/>
              </a:rPr>
              <a:t> = 'hello ' + 'there'</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print(</a:t>
            </a:r>
            <a:r>
              <a:rPr lang="en-US" sz="2800" i="0" u="none" strike="noStrike" cap="none" dirty="0" err="1">
                <a:solidFill>
                  <a:srgbClr val="FFFF00"/>
                </a:solidFill>
                <a:latin typeface="Courier"/>
                <a:ea typeface="Courier"/>
                <a:cs typeface="Courier"/>
                <a:sym typeface="Courier New"/>
              </a:rPr>
              <a:t>eee</a:t>
            </a:r>
            <a:r>
              <a:rPr lang="en-US" sz="2800" i="0" u="none" strike="noStrike" cap="none" dirty="0">
                <a:solidFill>
                  <a:srgbClr val="FFFF00"/>
                </a:solidFill>
                <a:latin typeface="Courier"/>
                <a:ea typeface="Courier"/>
                <a:cs typeface="Courier"/>
                <a:sym typeface="Courier New"/>
              </a:rPr>
              <a:t>)</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hello there</a:t>
            </a:r>
          </a:p>
        </p:txBody>
      </p:sp>
      <p:sp>
        <p:nvSpPr>
          <p:cNvPr id="438" name="Shape 438"/>
          <p:cNvSpPr txBox="1"/>
          <p:nvPr/>
        </p:nvSpPr>
        <p:spPr>
          <a:xfrm>
            <a:off x="9322576" y="7694909"/>
            <a:ext cx="6214500" cy="62219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dirty="0">
                <a:solidFill>
                  <a:srgbClr val="00FA00"/>
                </a:solidFill>
                <a:latin typeface="Arial" charset="0"/>
                <a:ea typeface="Arial" charset="0"/>
                <a:cs typeface="Arial" charset="0"/>
                <a:sym typeface="Cabin"/>
              </a:rPr>
              <a:t>concatenate = put together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sp>
        <p:nvSpPr>
          <p:cNvPr id="435" name="Shape 435"/>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7600" u="none" strike="noStrike" cap="none" dirty="0">
                <a:solidFill>
                  <a:srgbClr val="FFD966"/>
                </a:solidFill>
                <a:latin typeface="Arial" charset="0"/>
                <a:ea typeface="Arial" charset="0"/>
                <a:cs typeface="Arial" charset="0"/>
                <a:sym typeface="Cabin"/>
              </a:rPr>
              <a:t>Try </a:t>
            </a:r>
            <a:r>
              <a:rPr lang="en-US" sz="7600" dirty="0">
                <a:solidFill>
                  <a:srgbClr val="FFD966"/>
                </a:solidFill>
                <a:latin typeface="Arial" charset="0"/>
                <a:ea typeface="Arial" charset="0"/>
                <a:cs typeface="Arial" charset="0"/>
                <a:sym typeface="Cabin"/>
              </a:rPr>
              <a:t>It Yourself</a:t>
            </a:r>
            <a:endParaRPr lang="en-US" sz="7600" u="none" strike="noStrike" cap="none" dirty="0">
              <a:solidFill>
                <a:srgbClr val="FFD966"/>
              </a:solidFill>
              <a:latin typeface="Arial" charset="0"/>
              <a:ea typeface="Arial" charset="0"/>
              <a:cs typeface="Arial" charset="0"/>
              <a:sym typeface="Cabin"/>
            </a:endParaRPr>
          </a:p>
        </p:txBody>
      </p:sp>
      <p:sp>
        <p:nvSpPr>
          <p:cNvPr id="436" name="Shape 436"/>
          <p:cNvSpPr txBox="1">
            <a:spLocks noGrp="1"/>
          </p:cNvSpPr>
          <p:nvPr>
            <p:ph type="body" idx="1"/>
          </p:nvPr>
        </p:nvSpPr>
        <p:spPr>
          <a:xfrm>
            <a:off x="3857625" y="2438400"/>
            <a:ext cx="8540750" cy="6034087"/>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b="0" i="0" dirty="0">
                <a:solidFill>
                  <a:schemeClr val="lt1"/>
                </a:solidFill>
                <a:latin typeface="Arial" charset="0"/>
                <a:cs typeface="Arial" charset="0"/>
                <a:sym typeface="Cabin"/>
              </a:rPr>
              <a:t>What happens when you type these things into Python?</a:t>
            </a:r>
          </a:p>
          <a:p>
            <a:pPr marL="749300" marR="0" lvl="0" indent="-371094" algn="l" rtl="0">
              <a:lnSpc>
                <a:spcPct val="100000"/>
              </a:lnSpc>
              <a:spcBef>
                <a:spcPts val="0"/>
              </a:spcBef>
              <a:spcAft>
                <a:spcPts val="0"/>
              </a:spcAft>
              <a:buClr>
                <a:schemeClr val="lt1"/>
              </a:buClr>
              <a:buSzPct val="100000"/>
              <a:buFont typeface="Cabin"/>
              <a:buChar char="•"/>
            </a:pPr>
            <a:endParaRPr lang="en-US" sz="3600" dirty="0">
              <a:solidFill>
                <a:schemeClr val="lt1"/>
              </a:solidFill>
              <a:latin typeface="Arial" charset="0"/>
              <a:cs typeface="Arial" charset="0"/>
              <a:sym typeface="Cabin"/>
            </a:endParaRPr>
          </a:p>
          <a:p>
            <a:pPr marL="749300" marR="0" lvl="0" indent="-371094" algn="l" rtl="0">
              <a:lnSpc>
                <a:spcPct val="100000"/>
              </a:lnSpc>
              <a:spcBef>
                <a:spcPts val="0"/>
              </a:spcBef>
              <a:spcAft>
                <a:spcPts val="0"/>
              </a:spcAft>
              <a:buClr>
                <a:schemeClr val="lt1"/>
              </a:buClr>
              <a:buSzPct val="100000"/>
              <a:buFont typeface="Cabin"/>
              <a:buChar char="•"/>
            </a:pPr>
            <a:r>
              <a:rPr lang="en-US" sz="3600" b="1" i="0" dirty="0">
                <a:solidFill>
                  <a:schemeClr val="lt1"/>
                </a:solidFill>
                <a:latin typeface="Arial" charset="0"/>
                <a:cs typeface="Arial" charset="0"/>
                <a:sym typeface="Cabin"/>
              </a:rPr>
              <a:t>1+1</a:t>
            </a:r>
          </a:p>
          <a:p>
            <a:pPr marL="749300" marR="0" lvl="0" indent="-371094" algn="l" rtl="0">
              <a:lnSpc>
                <a:spcPct val="100000"/>
              </a:lnSpc>
              <a:spcBef>
                <a:spcPts val="0"/>
              </a:spcBef>
              <a:spcAft>
                <a:spcPts val="0"/>
              </a:spcAft>
              <a:buClr>
                <a:schemeClr val="lt1"/>
              </a:buClr>
              <a:buSzPct val="100000"/>
              <a:buFont typeface="Cabin"/>
              <a:buChar char="•"/>
            </a:pPr>
            <a:r>
              <a:rPr lang="en-US" sz="3600" b="1" dirty="0">
                <a:solidFill>
                  <a:schemeClr val="lt1"/>
                </a:solidFill>
                <a:latin typeface="Arial" charset="0"/>
                <a:cs typeface="Arial" charset="0"/>
                <a:sym typeface="Cabin"/>
              </a:rPr>
              <a:t>“1” + 1</a:t>
            </a:r>
          </a:p>
          <a:p>
            <a:pPr marL="749300" marR="0" lvl="0" indent="-371094" algn="l" rtl="0">
              <a:lnSpc>
                <a:spcPct val="100000"/>
              </a:lnSpc>
              <a:spcBef>
                <a:spcPts val="0"/>
              </a:spcBef>
              <a:spcAft>
                <a:spcPts val="0"/>
              </a:spcAft>
              <a:buClr>
                <a:schemeClr val="lt1"/>
              </a:buClr>
              <a:buSzPct val="100000"/>
              <a:buFont typeface="Cabin"/>
              <a:buChar char="•"/>
            </a:pPr>
            <a:r>
              <a:rPr lang="en-US" sz="3600" b="1" i="0" dirty="0">
                <a:solidFill>
                  <a:schemeClr val="lt1"/>
                </a:solidFill>
                <a:latin typeface="Arial" charset="0"/>
                <a:cs typeface="Arial" charset="0"/>
                <a:sym typeface="Cabin"/>
              </a:rPr>
              <a:t>“1” + “1”</a:t>
            </a:r>
          </a:p>
          <a:p>
            <a:pPr marL="378206" marR="0" lvl="0" indent="0" algn="l" rtl="0">
              <a:lnSpc>
                <a:spcPct val="100000"/>
              </a:lnSpc>
              <a:spcBef>
                <a:spcPts val="0"/>
              </a:spcBef>
              <a:spcAft>
                <a:spcPts val="0"/>
              </a:spcAft>
              <a:buClr>
                <a:schemeClr val="lt1"/>
              </a:buClr>
              <a:buSzPct val="100000"/>
              <a:buNone/>
            </a:pPr>
            <a:endParaRPr lang="en-US" sz="3600" b="0" i="0" dirty="0">
              <a:solidFill>
                <a:schemeClr val="lt1"/>
              </a:solidFill>
              <a:latin typeface="Arial" charset="0"/>
              <a:cs typeface="Arial" charset="0"/>
              <a:sym typeface="Cabin"/>
            </a:endParaRPr>
          </a:p>
        </p:txBody>
      </p:sp>
    </p:spTree>
    <p:extLst>
      <p:ext uri="{BB962C8B-B14F-4D97-AF65-F5344CB8AC3E}">
        <p14:creationId xmlns:p14="http://schemas.microsoft.com/office/powerpoint/2010/main" val="77932210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sp>
        <p:nvSpPr>
          <p:cNvPr id="435" name="Shape 435"/>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7600" u="none" strike="noStrike" cap="none" dirty="0">
                <a:solidFill>
                  <a:srgbClr val="FFD966"/>
                </a:solidFill>
                <a:latin typeface="Arial" charset="0"/>
                <a:ea typeface="Arial" charset="0"/>
                <a:cs typeface="Arial" charset="0"/>
                <a:sym typeface="Cabin"/>
              </a:rPr>
              <a:t>Type Conversions</a:t>
            </a:r>
          </a:p>
        </p:txBody>
      </p:sp>
      <p:sp>
        <p:nvSpPr>
          <p:cNvPr id="436" name="Shape 436"/>
          <p:cNvSpPr txBox="1">
            <a:spLocks noGrp="1"/>
          </p:cNvSpPr>
          <p:nvPr>
            <p:ph type="body" idx="1"/>
          </p:nvPr>
        </p:nvSpPr>
        <p:spPr>
          <a:xfrm>
            <a:off x="812800" y="2302933"/>
            <a:ext cx="8540750" cy="6034087"/>
          </a:xfrm>
          <a:prstGeom prst="rect">
            <a:avLst/>
          </a:prstGeom>
          <a:noFill/>
          <a:ln>
            <a:noFill/>
          </a:ln>
        </p:spPr>
        <p:txBody>
          <a:bodyPr lIns="38100" tIns="38100" rIns="38100" bIns="38100" anchor="t"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dirty="0">
                <a:solidFill>
                  <a:schemeClr val="lt1"/>
                </a:solidFill>
                <a:latin typeface="Arial" charset="0"/>
                <a:ea typeface="Arial" charset="0"/>
                <a:cs typeface="Arial" charset="0"/>
                <a:sym typeface="Cabin"/>
              </a:rPr>
              <a:t>Sometimes, Python can convert between different “types”. For instance, changing the string “5” into the number 5.</a:t>
            </a:r>
          </a:p>
        </p:txBody>
      </p:sp>
      <p:sp>
        <p:nvSpPr>
          <p:cNvPr id="437" name="Shape 437"/>
          <p:cNvSpPr txBox="1"/>
          <p:nvPr/>
        </p:nvSpPr>
        <p:spPr>
          <a:xfrm>
            <a:off x="9696450" y="3224955"/>
            <a:ext cx="6076799" cy="4682911"/>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x = </a:t>
            </a:r>
            <a:r>
              <a:rPr lang="en-US" sz="2800" i="0" u="none" strike="noStrike" cap="none" dirty="0" err="1">
                <a:solidFill>
                  <a:srgbClr val="FFFF00"/>
                </a:solidFill>
                <a:latin typeface="Courier"/>
                <a:ea typeface="Courier"/>
                <a:cs typeface="Courier"/>
                <a:sym typeface="Courier New"/>
              </a:rPr>
              <a:t>str</a:t>
            </a:r>
            <a:r>
              <a:rPr lang="en-US" sz="2800" i="0" u="none" strike="noStrike" cap="none" dirty="0">
                <a:solidFill>
                  <a:srgbClr val="FFFF00"/>
                </a:solidFill>
                <a:latin typeface="Courier"/>
                <a:ea typeface="Courier"/>
                <a:cs typeface="Courier"/>
                <a:sym typeface="Courier New"/>
              </a:rPr>
              <a:t>(55)</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print(x + ’1’)</a:t>
            </a:r>
          </a:p>
          <a:p>
            <a:pPr marL="0" marR="0" lvl="0" indent="0" algn="l" rtl="0">
              <a:lnSpc>
                <a:spcPct val="100000"/>
              </a:lnSpc>
              <a:spcBef>
                <a:spcPts val="0"/>
              </a:spcBef>
              <a:spcAft>
                <a:spcPts val="0"/>
              </a:spcAft>
              <a:buClr>
                <a:srgbClr val="FFFF00"/>
              </a:buClr>
              <a:buSzPct val="25000"/>
              <a:buFont typeface="Cabin"/>
              <a:buNone/>
            </a:pPr>
            <a:r>
              <a:rPr lang="en-US" sz="2800" dirty="0">
                <a:solidFill>
                  <a:srgbClr val="FFFF00"/>
                </a:solidFill>
                <a:latin typeface="Courier"/>
                <a:ea typeface="Courier"/>
                <a:cs typeface="Courier"/>
                <a:sym typeface="Courier New"/>
              </a:rPr>
              <a:t>‘551’</a:t>
            </a:r>
            <a:endParaRPr lang="en-US" sz="28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x = </a:t>
            </a:r>
            <a:r>
              <a:rPr lang="en-US" sz="2800" i="0" u="none" strike="noStrike" cap="none" dirty="0" err="1">
                <a:solidFill>
                  <a:srgbClr val="FFFF00"/>
                </a:solidFill>
                <a:latin typeface="Courier"/>
                <a:ea typeface="Courier"/>
                <a:cs typeface="Courier"/>
                <a:sym typeface="Courier New"/>
              </a:rPr>
              <a:t>int</a:t>
            </a:r>
            <a:r>
              <a:rPr lang="en-US" sz="2800" i="0" u="none" strike="noStrike" cap="none" dirty="0">
                <a:solidFill>
                  <a:srgbClr val="FFFF00"/>
                </a:solidFill>
                <a:latin typeface="Courier"/>
                <a:ea typeface="Courier"/>
                <a:cs typeface="Courier"/>
                <a:sym typeface="Courier New"/>
              </a:rPr>
              <a:t>(‘55’)</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&gt;&gt;&gt; print(x + 1)</a:t>
            </a: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56</a:t>
            </a:r>
          </a:p>
          <a:p>
            <a:pPr lvl="0">
              <a:buClr>
                <a:srgbClr val="FFFF00"/>
              </a:buClr>
              <a:buSzPct val="25000"/>
            </a:pPr>
            <a:r>
              <a:rPr lang="en-US" sz="2800" dirty="0">
                <a:solidFill>
                  <a:srgbClr val="FFFF00"/>
                </a:solidFill>
                <a:latin typeface="Courier"/>
                <a:ea typeface="Courier"/>
                <a:cs typeface="Courier"/>
                <a:sym typeface="Courier New"/>
              </a:rPr>
              <a:t>&gt;&gt;&gt; x = float(‘55’)</a:t>
            </a:r>
          </a:p>
          <a:p>
            <a:pPr lvl="0">
              <a:buClr>
                <a:srgbClr val="FFFF00"/>
              </a:buClr>
              <a:buSzPct val="25000"/>
            </a:pPr>
            <a:r>
              <a:rPr lang="en-US" sz="2800" dirty="0">
                <a:solidFill>
                  <a:srgbClr val="FFFF00"/>
                </a:solidFill>
                <a:latin typeface="Courier"/>
                <a:ea typeface="Courier"/>
                <a:cs typeface="Courier"/>
                <a:sym typeface="Courier New"/>
              </a:rPr>
              <a:t>&gt;&gt;&gt; print(x + 1)</a:t>
            </a:r>
          </a:p>
          <a:p>
            <a:pPr lvl="0">
              <a:buClr>
                <a:srgbClr val="FFFF00"/>
              </a:buClr>
              <a:buSzPct val="25000"/>
            </a:pPr>
            <a:r>
              <a:rPr lang="en-US" sz="2800" dirty="0">
                <a:solidFill>
                  <a:srgbClr val="FFFF00"/>
                </a:solidFill>
                <a:latin typeface="Courier"/>
                <a:ea typeface="Courier"/>
                <a:cs typeface="Courier"/>
                <a:sym typeface="Courier New"/>
              </a:rPr>
              <a:t>56.0</a:t>
            </a:r>
          </a:p>
          <a:p>
            <a:pPr marL="0" marR="0" lvl="0" indent="0" algn="l" rtl="0">
              <a:lnSpc>
                <a:spcPct val="100000"/>
              </a:lnSpc>
              <a:spcBef>
                <a:spcPts val="0"/>
              </a:spcBef>
              <a:spcAft>
                <a:spcPts val="0"/>
              </a:spcAft>
              <a:buClr>
                <a:srgbClr val="FFFF00"/>
              </a:buClr>
              <a:buSzPct val="25000"/>
              <a:buFont typeface="Cabin"/>
              <a:buNone/>
            </a:pPr>
            <a:endParaRPr lang="en-US" sz="2800" i="0" u="none" strike="noStrike" cap="none" dirty="0">
              <a:solidFill>
                <a:srgbClr val="FFFF00"/>
              </a:solidFill>
              <a:latin typeface="Courier"/>
              <a:ea typeface="Courier"/>
              <a:cs typeface="Courier"/>
              <a:sym typeface="Courier New"/>
            </a:endParaRPr>
          </a:p>
        </p:txBody>
      </p:sp>
    </p:spTree>
    <p:extLst>
      <p:ext uri="{BB962C8B-B14F-4D97-AF65-F5344CB8AC3E}">
        <p14:creationId xmlns:p14="http://schemas.microsoft.com/office/powerpoint/2010/main" val="18196833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dirty="0">
                <a:solidFill>
                  <a:srgbClr val="FFD966"/>
                </a:solidFill>
              </a:rPr>
              <a:t>Variable Types…</a:t>
            </a:r>
          </a:p>
        </p:txBody>
      </p:sp>
    </p:spTree>
    <p:extLst>
      <p:ext uri="{BB962C8B-B14F-4D97-AF65-F5344CB8AC3E}">
        <p14:creationId xmlns:p14="http://schemas.microsoft.com/office/powerpoint/2010/main" val="290480293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470"/>
        <p:cNvGrpSpPr/>
        <p:nvPr/>
      </p:nvGrpSpPr>
      <p:grpSpPr>
        <a:xfrm>
          <a:off x="0" y="0"/>
          <a:ext cx="0" cy="0"/>
          <a:chOff x="0" y="0"/>
          <a:chExt cx="0" cy="0"/>
        </a:xfrm>
      </p:grpSpPr>
      <p:sp>
        <p:nvSpPr>
          <p:cNvPr id="471" name="Shape 471"/>
          <p:cNvSpPr txBox="1">
            <a:spLocks noGrp="1"/>
          </p:cNvSpPr>
          <p:nvPr>
            <p:ph type="title"/>
          </p:nvPr>
        </p:nvSpPr>
        <p:spPr>
          <a:xfrm>
            <a:off x="812800" y="785812"/>
            <a:ext cx="13652465" cy="1104899"/>
          </a:xfrm>
          <a:prstGeom prst="rect">
            <a:avLst/>
          </a:prstGeom>
          <a:noFill/>
          <a:ln>
            <a:noFill/>
          </a:ln>
        </p:spPr>
        <p:txBody>
          <a:bodyPr lIns="50800" tIns="50800" rIns="50800" bIns="508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800" dirty="0">
                <a:solidFill>
                  <a:srgbClr val="FFD966"/>
                </a:solidFill>
                <a:latin typeface="Arial" charset="0"/>
                <a:ea typeface="Arial" charset="0"/>
                <a:cs typeface="Arial" charset="0"/>
                <a:sym typeface="Cabin"/>
              </a:rPr>
              <a:t>Asking Questions…</a:t>
            </a:r>
            <a:endParaRPr lang="en-US" sz="7800" u="none" strike="noStrike" cap="none" dirty="0">
              <a:solidFill>
                <a:srgbClr val="FFD966"/>
              </a:solidFill>
              <a:latin typeface="Arial" charset="0"/>
              <a:ea typeface="Arial" charset="0"/>
              <a:cs typeface="Arial" charset="0"/>
              <a:sym typeface="Cabin"/>
            </a:endParaRPr>
          </a:p>
        </p:txBody>
      </p:sp>
      <p:sp>
        <p:nvSpPr>
          <p:cNvPr id="472" name="Shape 472"/>
          <p:cNvSpPr txBox="1">
            <a:spLocks noGrp="1"/>
          </p:cNvSpPr>
          <p:nvPr>
            <p:ph type="body" idx="1"/>
          </p:nvPr>
        </p:nvSpPr>
        <p:spPr>
          <a:xfrm>
            <a:off x="812800" y="2133601"/>
            <a:ext cx="6864350" cy="5295900"/>
          </a:xfrm>
          <a:prstGeom prst="rect">
            <a:avLst/>
          </a:prstGeom>
          <a:noFill/>
          <a:ln>
            <a:noFill/>
          </a:ln>
        </p:spPr>
        <p:txBody>
          <a:bodyPr lIns="50800" tIns="50800" rIns="50800" bIns="50800" anchor="ctr" anchorCtr="0">
            <a:noAutofit/>
          </a:bodyPr>
          <a:lstStyle/>
          <a:p>
            <a:pPr marL="1104900" marR="0" lvl="0" indent="-787400" algn="l" rtl="0">
              <a:lnSpc>
                <a:spcPct val="100000"/>
              </a:lnSpc>
              <a:spcBef>
                <a:spcPts val="0"/>
              </a:spcBef>
              <a:spcAft>
                <a:spcPts val="0"/>
              </a:spcAft>
              <a:buClr>
                <a:schemeClr val="lt1"/>
              </a:buClr>
              <a:buSzPct val="171000"/>
              <a:buFont typeface="Cabin"/>
              <a:buChar char="•"/>
            </a:pPr>
            <a:r>
              <a:rPr lang="en-US" sz="3800" u="none" strike="noStrike" cap="none" dirty="0">
                <a:solidFill>
                  <a:schemeClr val="lt1"/>
                </a:solidFill>
                <a:latin typeface="Arial" charset="0"/>
                <a:ea typeface="Arial" charset="0"/>
                <a:cs typeface="Arial" charset="0"/>
                <a:sym typeface="Cabin"/>
              </a:rPr>
              <a:t>We can tell Python to pause and read data from the user using the </a:t>
            </a:r>
            <a:r>
              <a:rPr lang="en-US" sz="3800" u="none" strike="noStrike" cap="none" dirty="0">
                <a:solidFill>
                  <a:srgbClr val="FFFF00"/>
                </a:solidFill>
                <a:latin typeface="Arial" charset="0"/>
                <a:ea typeface="Arial" charset="0"/>
                <a:cs typeface="Arial" charset="0"/>
                <a:sym typeface="Cabin"/>
              </a:rPr>
              <a:t>input()</a:t>
            </a:r>
            <a:r>
              <a:rPr lang="en-US" sz="3800" u="none" strike="noStrike" cap="none" dirty="0">
                <a:solidFill>
                  <a:srgbClr val="FF00FF"/>
                </a:solidFill>
                <a:latin typeface="Arial" charset="0"/>
                <a:ea typeface="Arial" charset="0"/>
                <a:cs typeface="Arial" charset="0"/>
                <a:sym typeface="Cabin"/>
              </a:rPr>
              <a:t> </a:t>
            </a:r>
            <a:r>
              <a:rPr lang="en-US" sz="3800" u="none" strike="noStrike" cap="none" dirty="0">
                <a:solidFill>
                  <a:schemeClr val="lt1"/>
                </a:solidFill>
                <a:latin typeface="Arial" charset="0"/>
                <a:ea typeface="Arial" charset="0"/>
                <a:cs typeface="Arial" charset="0"/>
                <a:sym typeface="Cabin"/>
              </a:rPr>
              <a:t> function</a:t>
            </a:r>
          </a:p>
          <a:p>
            <a:pPr marL="1104900" marR="0" lvl="0" indent="-787400" algn="l" rtl="0">
              <a:lnSpc>
                <a:spcPct val="100000"/>
              </a:lnSpc>
              <a:spcBef>
                <a:spcPts val="2300"/>
              </a:spcBef>
              <a:spcAft>
                <a:spcPts val="0"/>
              </a:spcAft>
              <a:buClr>
                <a:schemeClr val="lt1"/>
              </a:buClr>
              <a:buSzPct val="171000"/>
              <a:buFont typeface="Cabin"/>
              <a:buChar char="•"/>
            </a:pPr>
            <a:r>
              <a:rPr lang="en-US" sz="3800" u="none" strike="noStrike" cap="none" dirty="0">
                <a:solidFill>
                  <a:schemeClr val="lt1"/>
                </a:solidFill>
                <a:latin typeface="Arial" charset="0"/>
                <a:ea typeface="Arial" charset="0"/>
                <a:cs typeface="Arial" charset="0"/>
                <a:sym typeface="Cabin"/>
              </a:rPr>
              <a:t>The </a:t>
            </a:r>
            <a:r>
              <a:rPr lang="en-US" sz="3800" u="none" strike="noStrike" cap="none" dirty="0">
                <a:solidFill>
                  <a:srgbClr val="FFFF00"/>
                </a:solidFill>
                <a:latin typeface="Arial" charset="0"/>
                <a:ea typeface="Arial" charset="0"/>
                <a:cs typeface="Arial" charset="0"/>
                <a:sym typeface="Cabin"/>
              </a:rPr>
              <a:t>input()</a:t>
            </a:r>
            <a:r>
              <a:rPr lang="en-US" sz="3800" u="none" strike="noStrike" cap="none" dirty="0">
                <a:solidFill>
                  <a:srgbClr val="FF00FF"/>
                </a:solidFill>
                <a:latin typeface="Arial" charset="0"/>
                <a:ea typeface="Arial" charset="0"/>
                <a:cs typeface="Arial" charset="0"/>
                <a:sym typeface="Cabin"/>
              </a:rPr>
              <a:t> </a:t>
            </a:r>
            <a:r>
              <a:rPr lang="en-US" sz="3800" u="none" strike="noStrike" cap="none" dirty="0">
                <a:solidFill>
                  <a:schemeClr val="lt1"/>
                </a:solidFill>
                <a:latin typeface="Arial" charset="0"/>
                <a:ea typeface="Arial" charset="0"/>
                <a:cs typeface="Arial" charset="0"/>
                <a:sym typeface="Cabin"/>
              </a:rPr>
              <a:t> function returns a </a:t>
            </a:r>
            <a:r>
              <a:rPr lang="en-US" sz="3800" u="none" strike="noStrike" cap="none" dirty="0">
                <a:solidFill>
                  <a:srgbClr val="FF0000"/>
                </a:solidFill>
                <a:latin typeface="Arial" charset="0"/>
                <a:ea typeface="Arial" charset="0"/>
                <a:cs typeface="Arial" charset="0"/>
                <a:sym typeface="Cabin"/>
              </a:rPr>
              <a:t>string</a:t>
            </a:r>
          </a:p>
        </p:txBody>
      </p:sp>
      <p:sp>
        <p:nvSpPr>
          <p:cNvPr id="473" name="Shape 473"/>
          <p:cNvSpPr txBox="1"/>
          <p:nvPr/>
        </p:nvSpPr>
        <p:spPr>
          <a:xfrm>
            <a:off x="8822673" y="3226594"/>
            <a:ext cx="7077727" cy="12191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name</a:t>
            </a:r>
            <a:r>
              <a:rPr lang="en-US" sz="3000" i="0" u="none" strike="noStrike" cap="none" dirty="0">
                <a:solidFill>
                  <a:schemeClr val="lt1"/>
                </a:solidFill>
                <a:latin typeface="Courier"/>
                <a:ea typeface="Courier"/>
                <a:cs typeface="Courier"/>
                <a:sym typeface="Courier New"/>
              </a:rPr>
              <a:t> = </a:t>
            </a:r>
            <a:r>
              <a:rPr lang="en-US" sz="3000" i="0" u="none" strike="noStrike" cap="none" dirty="0">
                <a:solidFill>
                  <a:srgbClr val="FFFF00"/>
                </a:solidFill>
                <a:latin typeface="Courier"/>
                <a:ea typeface="Courier"/>
                <a:cs typeface="Courier"/>
                <a:sym typeface="Courier New"/>
              </a:rPr>
              <a:t>input</a:t>
            </a:r>
            <a:r>
              <a:rPr lang="en-US" sz="3000" i="0" u="none" strike="noStrike" cap="none" dirty="0">
                <a:solidFill>
                  <a:schemeClr val="lt1"/>
                </a:solidFill>
                <a:latin typeface="Courier"/>
                <a:ea typeface="Courier"/>
                <a:cs typeface="Courier"/>
                <a:sym typeface="Courier New"/>
              </a:rPr>
              <a:t>(</a:t>
            </a:r>
            <a:r>
              <a:rPr lang="en-US" sz="3000" dirty="0">
                <a:solidFill>
                  <a:schemeClr val="lt1"/>
                </a:solidFill>
                <a:latin typeface="Courier"/>
                <a:ea typeface="Courier"/>
                <a:cs typeface="Courier"/>
                <a:sym typeface="Courier New"/>
              </a:rPr>
              <a:t>'</a:t>
            </a:r>
            <a:r>
              <a:rPr lang="en-US" sz="3000" i="0" u="none" strike="noStrike" cap="none" dirty="0">
                <a:solidFill>
                  <a:schemeClr val="lt1"/>
                </a:solidFill>
                <a:latin typeface="Courier"/>
                <a:ea typeface="Courier"/>
                <a:cs typeface="Courier"/>
                <a:sym typeface="Courier New"/>
              </a:rPr>
              <a:t>Who are you? </a:t>
            </a:r>
            <a:r>
              <a:rPr lang="en-US" sz="3000" dirty="0">
                <a:solidFill>
                  <a:schemeClr val="lt1"/>
                </a:solidFill>
                <a:latin typeface="Courier"/>
                <a:ea typeface="Courier"/>
                <a:cs typeface="Courier"/>
                <a:sym typeface="Courier New"/>
              </a:rPr>
              <a:t>'</a:t>
            </a:r>
            <a:r>
              <a:rPr lang="en-US" sz="3000" i="0" u="none" strike="noStrike" cap="none" dirty="0">
                <a:solidFill>
                  <a:schemeClr val="lt1"/>
                </a:solidFill>
                <a:latin typeface="Courier"/>
                <a:ea typeface="Courier"/>
                <a:cs typeface="Courier"/>
                <a:sym typeface="Courier New"/>
              </a:rPr>
              <a:t>)</a:t>
            </a:r>
          </a:p>
          <a:p>
            <a:pPr lvl="0">
              <a:buClr>
                <a:srgbClr val="FFFF00"/>
              </a:buClr>
              <a:buSzPct val="25000"/>
            </a:pPr>
            <a:r>
              <a:rPr lang="en-US" sz="3000" dirty="0">
                <a:solidFill>
                  <a:srgbClr val="FFFF00"/>
                </a:solidFill>
                <a:latin typeface="Courier"/>
                <a:ea typeface="Courier"/>
                <a:cs typeface="Courier"/>
                <a:sym typeface="Courier New"/>
              </a:rPr>
              <a:t>p</a:t>
            </a:r>
            <a:r>
              <a:rPr lang="en-US" sz="3000" i="0" u="none" strike="noStrike" cap="none" dirty="0">
                <a:solidFill>
                  <a:srgbClr val="FFFF00"/>
                </a:solidFill>
                <a:latin typeface="Courier"/>
                <a:ea typeface="Courier"/>
                <a:cs typeface="Courier"/>
                <a:sym typeface="Courier New"/>
              </a:rPr>
              <a:t>rint(</a:t>
            </a:r>
            <a:r>
              <a:rPr lang="en-US" sz="3000" i="0" u="none" strike="noStrike" cap="none" dirty="0">
                <a:solidFill>
                  <a:schemeClr val="lt1"/>
                </a:solidFill>
                <a:latin typeface="Courier"/>
                <a:ea typeface="Courier"/>
                <a:cs typeface="Courier"/>
                <a:sym typeface="Courier New"/>
              </a:rPr>
              <a:t>'Welcome', </a:t>
            </a:r>
            <a:r>
              <a:rPr lang="en-US" sz="3000" i="0" u="none" strike="noStrike" cap="none" dirty="0">
                <a:solidFill>
                  <a:srgbClr val="00FF00"/>
                </a:solidFill>
                <a:latin typeface="Courier"/>
                <a:ea typeface="Courier"/>
                <a:cs typeface="Courier"/>
                <a:sym typeface="Courier New"/>
              </a:rPr>
              <a:t>name</a:t>
            </a:r>
            <a:r>
              <a:rPr lang="en-US" sz="3000" dirty="0">
                <a:solidFill>
                  <a:srgbClr val="FFFF00"/>
                </a:solidFill>
                <a:latin typeface="Courier"/>
                <a:ea typeface="Courier"/>
                <a:cs typeface="Courier"/>
                <a:sym typeface="Courier New"/>
              </a:rPr>
              <a:t>)</a:t>
            </a:r>
            <a:endParaRPr lang="en-US" sz="3000" i="0" u="none" strike="noStrike" cap="none" dirty="0">
              <a:solidFill>
                <a:srgbClr val="00FF00"/>
              </a:solidFill>
              <a:latin typeface="Courier"/>
              <a:ea typeface="Courier"/>
              <a:cs typeface="Courier"/>
              <a:sym typeface="Courier New"/>
            </a:endParaRPr>
          </a:p>
        </p:txBody>
      </p:sp>
      <p:sp>
        <p:nvSpPr>
          <p:cNvPr id="474" name="Shape 474"/>
          <p:cNvSpPr txBox="1"/>
          <p:nvPr/>
        </p:nvSpPr>
        <p:spPr>
          <a:xfrm>
            <a:off x="9385497" y="5781676"/>
            <a:ext cx="5079768" cy="1921274"/>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800" u="none" strike="noStrike" cap="none" dirty="0">
                <a:solidFill>
                  <a:schemeClr val="lt1"/>
                </a:solidFill>
                <a:latin typeface="Arial" charset="0"/>
                <a:ea typeface="Arial" charset="0"/>
                <a:cs typeface="Arial" charset="0"/>
                <a:sym typeface="Cabin"/>
              </a:rPr>
              <a:t>Who are you? </a:t>
            </a:r>
            <a:r>
              <a:rPr lang="en-US" sz="3800" u="none" strike="noStrike" cap="none" dirty="0">
                <a:solidFill>
                  <a:srgbClr val="FFFF00"/>
                </a:solidFill>
                <a:latin typeface="Arial" charset="0"/>
                <a:ea typeface="Arial" charset="0"/>
                <a:cs typeface="Arial" charset="0"/>
                <a:sym typeface="Cabin"/>
              </a:rPr>
              <a:t>Jeremy</a:t>
            </a:r>
          </a:p>
          <a:p>
            <a:pPr marL="0" marR="0" lvl="0" indent="0" algn="l" rtl="0">
              <a:lnSpc>
                <a:spcPct val="100000"/>
              </a:lnSpc>
              <a:spcBef>
                <a:spcPts val="0"/>
              </a:spcBef>
              <a:spcAft>
                <a:spcPts val="0"/>
              </a:spcAft>
              <a:buClr>
                <a:schemeClr val="lt1"/>
              </a:buClr>
              <a:buSzPct val="25000"/>
              <a:buFont typeface="Cabin"/>
              <a:buNone/>
            </a:pPr>
            <a:r>
              <a:rPr lang="en-US" sz="3800" u="none" strike="noStrike" cap="none" dirty="0">
                <a:solidFill>
                  <a:schemeClr val="lt1"/>
                </a:solidFill>
                <a:latin typeface="Arial" charset="0"/>
                <a:ea typeface="Arial" charset="0"/>
                <a:cs typeface="Arial" charset="0"/>
                <a:sym typeface="Cabin"/>
              </a:rPr>
              <a:t>Welcome Jeremy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Shape 479"/>
          <p:cNvSpPr txBox="1">
            <a:spLocks noGrp="1"/>
          </p:cNvSpPr>
          <p:nvPr>
            <p:ph type="title"/>
          </p:nvPr>
        </p:nvSpPr>
        <p:spPr>
          <a:xfrm>
            <a:off x="812800" y="785812"/>
            <a:ext cx="10521950" cy="1104899"/>
          </a:xfrm>
          <a:prstGeom prst="rect">
            <a:avLst/>
          </a:prstGeom>
          <a:noFill/>
          <a:ln>
            <a:noFill/>
          </a:ln>
        </p:spPr>
        <p:txBody>
          <a:bodyPr lIns="50800" tIns="50800" rIns="50800" bIns="508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800" u="none" strike="noStrike" cap="none" dirty="0">
                <a:solidFill>
                  <a:srgbClr val="FFD966"/>
                </a:solidFill>
                <a:latin typeface="Arial" charset="0"/>
                <a:ea typeface="Arial" charset="0"/>
                <a:cs typeface="Arial" charset="0"/>
                <a:sym typeface="Cabin"/>
              </a:rPr>
              <a:t>Converting User Input</a:t>
            </a:r>
          </a:p>
        </p:txBody>
      </p:sp>
      <p:sp>
        <p:nvSpPr>
          <p:cNvPr id="480" name="Shape 480"/>
          <p:cNvSpPr txBox="1">
            <a:spLocks noGrp="1"/>
          </p:cNvSpPr>
          <p:nvPr>
            <p:ph type="body" idx="1"/>
          </p:nvPr>
        </p:nvSpPr>
        <p:spPr>
          <a:xfrm>
            <a:off x="812800" y="2133600"/>
            <a:ext cx="7245350" cy="6034087"/>
          </a:xfrm>
          <a:prstGeom prst="rect">
            <a:avLst/>
          </a:prstGeom>
          <a:noFill/>
          <a:ln>
            <a:noFill/>
          </a:ln>
        </p:spPr>
        <p:txBody>
          <a:bodyPr lIns="50800" tIns="50800" rIns="50800" bIns="50800" anchor="ctr" anchorCtr="0">
            <a:noAutofit/>
          </a:bodyPr>
          <a:lstStyle/>
          <a:p>
            <a:pPr marL="1104900" lvl="0" indent="-787400">
              <a:spcBef>
                <a:spcPts val="0"/>
              </a:spcBef>
              <a:buSzPct val="171000"/>
            </a:pPr>
            <a:r>
              <a:rPr lang="en-US" sz="3800" u="none" strike="noStrike" cap="none" dirty="0">
                <a:solidFill>
                  <a:schemeClr val="lt1"/>
                </a:solidFill>
                <a:latin typeface="Arial" charset="0"/>
                <a:ea typeface="Arial" charset="0"/>
                <a:cs typeface="Arial" charset="0"/>
                <a:sym typeface="Cabin"/>
              </a:rPr>
              <a:t>What if we want to read in a number? </a:t>
            </a:r>
            <a:r>
              <a:rPr lang="en-US" sz="3800" dirty="0">
                <a:solidFill>
                  <a:schemeClr val="lt1"/>
                </a:solidFill>
                <a:latin typeface="Arial" charset="0"/>
                <a:ea typeface="Arial" charset="0"/>
                <a:cs typeface="Arial" charset="0"/>
                <a:sym typeface="Cabin"/>
              </a:rPr>
              <a:t>Remember input() always gives us a </a:t>
            </a:r>
            <a:r>
              <a:rPr lang="en-US" sz="3800" dirty="0">
                <a:solidFill>
                  <a:srgbClr val="FF0000"/>
                </a:solidFill>
                <a:latin typeface="Arial" charset="0"/>
                <a:ea typeface="Arial" charset="0"/>
                <a:cs typeface="Arial" charset="0"/>
                <a:sym typeface="Cabin"/>
              </a:rPr>
              <a:t>string</a:t>
            </a:r>
            <a:r>
              <a:rPr lang="en-US" sz="3800" dirty="0">
                <a:solidFill>
                  <a:schemeClr val="lt1"/>
                </a:solidFill>
                <a:latin typeface="Arial" charset="0"/>
                <a:ea typeface="Arial" charset="0"/>
                <a:cs typeface="Arial" charset="0"/>
                <a:sym typeface="Cabin"/>
              </a:rPr>
              <a:t> </a:t>
            </a:r>
            <a:endParaRPr lang="en-US" sz="3800" u="none" strike="noStrike" cap="none" dirty="0">
              <a:solidFill>
                <a:schemeClr val="lt1"/>
              </a:solidFill>
              <a:latin typeface="Arial" charset="0"/>
              <a:ea typeface="Arial" charset="0"/>
              <a:cs typeface="Arial" charset="0"/>
              <a:sym typeface="Cabin"/>
            </a:endParaRPr>
          </a:p>
          <a:p>
            <a:pPr marL="1104900" marR="0" lvl="0" indent="-787400" algn="l" rtl="0">
              <a:lnSpc>
                <a:spcPct val="100000"/>
              </a:lnSpc>
              <a:spcBef>
                <a:spcPts val="2300"/>
              </a:spcBef>
              <a:spcAft>
                <a:spcPts val="0"/>
              </a:spcAft>
              <a:buClr>
                <a:schemeClr val="lt1"/>
              </a:buClr>
              <a:buSzPct val="171000"/>
              <a:buFont typeface="Cabin"/>
              <a:buChar char="•"/>
            </a:pPr>
            <a:r>
              <a:rPr lang="en-US" sz="3800" u="none" strike="noStrike" cap="none" dirty="0">
                <a:solidFill>
                  <a:schemeClr val="lt1"/>
                </a:solidFill>
                <a:latin typeface="Arial" charset="0"/>
                <a:ea typeface="Arial" charset="0"/>
                <a:cs typeface="Arial" charset="0"/>
                <a:sym typeface="Cabin"/>
              </a:rPr>
              <a:t>That’s right…we change the string into a number using </a:t>
            </a:r>
            <a:r>
              <a:rPr lang="en-US" sz="3800" u="none" strike="noStrike" cap="none" dirty="0" err="1">
                <a:solidFill>
                  <a:schemeClr val="lt1"/>
                </a:solidFill>
                <a:latin typeface="Arial" charset="0"/>
                <a:ea typeface="Arial" charset="0"/>
                <a:cs typeface="Arial" charset="0"/>
                <a:sym typeface="Cabin"/>
              </a:rPr>
              <a:t>int</a:t>
            </a:r>
            <a:r>
              <a:rPr lang="en-US" sz="3800" u="none" strike="noStrike" cap="none" dirty="0">
                <a:solidFill>
                  <a:schemeClr val="lt1"/>
                </a:solidFill>
                <a:latin typeface="Arial" charset="0"/>
                <a:ea typeface="Arial" charset="0"/>
                <a:cs typeface="Arial" charset="0"/>
                <a:sym typeface="Cabin"/>
              </a:rPr>
              <a:t>() or float()!</a:t>
            </a:r>
          </a:p>
        </p:txBody>
      </p:sp>
      <p:sp>
        <p:nvSpPr>
          <p:cNvPr id="481" name="Shape 481"/>
          <p:cNvSpPr txBox="1"/>
          <p:nvPr/>
        </p:nvSpPr>
        <p:spPr>
          <a:xfrm>
            <a:off x="8862999" y="3683000"/>
            <a:ext cx="6831899" cy="17781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00FF00"/>
              </a:buClr>
              <a:buSzPct val="25000"/>
              <a:buFont typeface="Cabin"/>
              <a:buNone/>
            </a:pPr>
            <a:r>
              <a:rPr lang="en-US" sz="2800" i="0" u="none" strike="noStrike" cap="none" dirty="0">
                <a:solidFill>
                  <a:srgbClr val="00FF00"/>
                </a:solidFill>
                <a:latin typeface="Courier"/>
                <a:ea typeface="Courier"/>
                <a:cs typeface="Courier"/>
                <a:sym typeface="Courier New"/>
              </a:rPr>
              <a:t>age</a:t>
            </a:r>
            <a:r>
              <a:rPr lang="en-US" sz="2800" i="0" u="none" strike="noStrike" cap="none" dirty="0">
                <a:solidFill>
                  <a:schemeClr val="lt1"/>
                </a:solidFill>
                <a:latin typeface="Courier"/>
                <a:ea typeface="Courier"/>
                <a:cs typeface="Courier"/>
                <a:sym typeface="Courier New"/>
              </a:rPr>
              <a:t> = </a:t>
            </a:r>
            <a:r>
              <a:rPr lang="en-US" sz="2800" i="0" u="none" strike="noStrike" cap="none" dirty="0">
                <a:solidFill>
                  <a:srgbClr val="FFFF00"/>
                </a:solidFill>
                <a:latin typeface="Courier"/>
                <a:ea typeface="Courier"/>
                <a:cs typeface="Courier"/>
                <a:sym typeface="Courier New"/>
              </a:rPr>
              <a:t>input(</a:t>
            </a:r>
            <a:r>
              <a:rPr lang="en-US" sz="2800" dirty="0">
                <a:solidFill>
                  <a:schemeClr val="lt1"/>
                </a:solidFill>
                <a:latin typeface="Courier"/>
                <a:ea typeface="Courier"/>
                <a:cs typeface="Courier"/>
                <a:sym typeface="Courier New"/>
              </a:rPr>
              <a:t>‘</a:t>
            </a:r>
            <a:r>
              <a:rPr lang="en-US" sz="2800" i="0" u="none" strike="noStrike" cap="none" dirty="0">
                <a:solidFill>
                  <a:schemeClr val="lt1"/>
                </a:solidFill>
                <a:latin typeface="Courier"/>
                <a:ea typeface="Courier"/>
                <a:cs typeface="Courier"/>
                <a:sym typeface="Courier New"/>
              </a:rPr>
              <a:t>How old are you?</a:t>
            </a:r>
            <a:r>
              <a:rPr lang="en-US" sz="2800" dirty="0">
                <a:solidFill>
                  <a:schemeClr val="lt1"/>
                </a:solidFill>
                <a:latin typeface="Courier"/>
                <a:ea typeface="Courier"/>
                <a:cs typeface="Courier"/>
                <a:sym typeface="Courier New"/>
              </a:rPr>
              <a:t>’</a:t>
            </a:r>
            <a:r>
              <a:rPr lang="en-US" sz="2800" i="0" u="none" strike="noStrike" cap="none" dirty="0">
                <a:solidFill>
                  <a:srgbClr val="FFFF00"/>
                </a:solidFill>
                <a:latin typeface="Courier"/>
                <a:ea typeface="Courier"/>
                <a:cs typeface="Courier"/>
                <a:sym typeface="Courier New"/>
              </a:rPr>
              <a:t>)</a:t>
            </a:r>
          </a:p>
          <a:p>
            <a:pPr marL="0" marR="0" lvl="0" indent="0" algn="l" rtl="0">
              <a:lnSpc>
                <a:spcPct val="100000"/>
              </a:lnSpc>
              <a:spcBef>
                <a:spcPts val="0"/>
              </a:spcBef>
              <a:spcAft>
                <a:spcPts val="0"/>
              </a:spcAft>
              <a:buClr>
                <a:srgbClr val="00FF00"/>
              </a:buClr>
              <a:buSzPct val="25000"/>
              <a:buFont typeface="Cabin"/>
              <a:buNone/>
            </a:pPr>
            <a:r>
              <a:rPr lang="en-US" sz="2800" i="0" u="none" strike="noStrike" cap="none" dirty="0">
                <a:solidFill>
                  <a:srgbClr val="00FF00"/>
                </a:solidFill>
                <a:latin typeface="Courier"/>
                <a:ea typeface="Courier"/>
                <a:cs typeface="Courier"/>
                <a:sym typeface="Courier New"/>
              </a:rPr>
              <a:t>age</a:t>
            </a:r>
            <a:r>
              <a:rPr lang="en-US" sz="2800" i="0" u="none" strike="noStrike" cap="none" dirty="0">
                <a:solidFill>
                  <a:schemeClr val="lt1"/>
                </a:solidFill>
                <a:latin typeface="Courier"/>
                <a:ea typeface="Courier"/>
                <a:cs typeface="Courier"/>
                <a:sym typeface="Courier New"/>
              </a:rPr>
              <a:t> = </a:t>
            </a:r>
            <a:r>
              <a:rPr lang="en-US" sz="2800" i="0" u="none" strike="noStrike" cap="none" dirty="0" err="1">
                <a:solidFill>
                  <a:srgbClr val="FFFF00"/>
                </a:solidFill>
                <a:latin typeface="Courier"/>
                <a:ea typeface="Courier"/>
                <a:cs typeface="Courier"/>
                <a:sym typeface="Courier New"/>
              </a:rPr>
              <a:t>int</a:t>
            </a:r>
            <a:r>
              <a:rPr lang="en-US" sz="2800" i="0" u="none" strike="noStrike" cap="none" dirty="0">
                <a:solidFill>
                  <a:srgbClr val="FFFF00"/>
                </a:solidFill>
                <a:latin typeface="Courier"/>
                <a:ea typeface="Courier"/>
                <a:cs typeface="Courier"/>
                <a:sym typeface="Courier New"/>
              </a:rPr>
              <a:t>(</a:t>
            </a:r>
            <a:r>
              <a:rPr lang="en-US" sz="2800" i="0" u="none" strike="noStrike" cap="none" dirty="0">
                <a:solidFill>
                  <a:srgbClr val="00FF00"/>
                </a:solidFill>
                <a:latin typeface="Courier"/>
                <a:ea typeface="Courier"/>
                <a:cs typeface="Courier"/>
                <a:sym typeface="Courier New"/>
              </a:rPr>
              <a:t>age</a:t>
            </a:r>
            <a:r>
              <a:rPr lang="en-US" sz="2800" i="0" u="none" strike="noStrike" cap="none" dirty="0">
                <a:solidFill>
                  <a:srgbClr val="FFFF00"/>
                </a:solidFill>
                <a:latin typeface="Courier"/>
                <a:ea typeface="Courier"/>
                <a:cs typeface="Courier"/>
                <a:sym typeface="Courier New"/>
              </a:rPr>
              <a:t>)</a:t>
            </a:r>
            <a:endParaRPr lang="en-US" sz="28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2800" i="0" u="none" strike="noStrike" cap="none" dirty="0">
                <a:solidFill>
                  <a:srgbClr val="FFFF00"/>
                </a:solidFill>
                <a:latin typeface="Courier"/>
                <a:ea typeface="Courier"/>
                <a:cs typeface="Courier"/>
                <a:sym typeface="Courier New"/>
              </a:rPr>
              <a:t>print(</a:t>
            </a:r>
            <a:r>
              <a:rPr lang="en-US" sz="2800" i="0" u="none" strike="noStrike" cap="none" dirty="0">
                <a:solidFill>
                  <a:schemeClr val="lt1"/>
                </a:solidFill>
                <a:latin typeface="Courier"/>
                <a:ea typeface="Courier"/>
                <a:cs typeface="Courier"/>
                <a:sym typeface="Courier New"/>
              </a:rPr>
              <a:t>‘You are’, </a:t>
            </a:r>
            <a:r>
              <a:rPr lang="en-US" sz="2800" i="0" u="none" strike="noStrike" cap="none" dirty="0">
                <a:solidFill>
                  <a:srgbClr val="00FF00"/>
                </a:solidFill>
                <a:latin typeface="Courier"/>
                <a:ea typeface="Courier"/>
                <a:cs typeface="Courier"/>
                <a:sym typeface="Courier New"/>
              </a:rPr>
              <a:t>age, </a:t>
            </a:r>
            <a:r>
              <a:rPr lang="en-US" sz="2800" i="0" u="none" strike="noStrike" cap="none" dirty="0">
                <a:solidFill>
                  <a:schemeClr val="bg1"/>
                </a:solidFill>
                <a:latin typeface="Courier"/>
                <a:ea typeface="Courier"/>
                <a:cs typeface="Courier"/>
                <a:sym typeface="Courier New"/>
              </a:rPr>
              <a:t>‘years old’</a:t>
            </a:r>
            <a:r>
              <a:rPr lang="en-US" sz="2800" i="0" u="none" strike="noStrike" cap="none" dirty="0">
                <a:solidFill>
                  <a:srgbClr val="FFFF00"/>
                </a:solidFill>
                <a:latin typeface="Courier"/>
                <a:ea typeface="Courier"/>
                <a:cs typeface="Courier"/>
                <a:sym typeface="Courier New"/>
              </a:rPr>
              <a:t>)</a:t>
            </a:r>
          </a:p>
        </p:txBody>
      </p:sp>
      <p:sp>
        <p:nvSpPr>
          <p:cNvPr id="482" name="Shape 482"/>
          <p:cNvSpPr txBox="1"/>
          <p:nvPr/>
        </p:nvSpPr>
        <p:spPr>
          <a:xfrm>
            <a:off x="10198100" y="6515100"/>
            <a:ext cx="4569900" cy="12191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800" u="none" strike="noStrike" cap="none" dirty="0">
                <a:solidFill>
                  <a:schemeClr val="lt1"/>
                </a:solidFill>
                <a:latin typeface="Arial" charset="0"/>
                <a:ea typeface="Arial" charset="0"/>
                <a:cs typeface="Arial" charset="0"/>
                <a:sym typeface="Cabin"/>
              </a:rPr>
              <a:t>How old are you? </a:t>
            </a:r>
            <a:r>
              <a:rPr lang="en-US" sz="3800" dirty="0">
                <a:solidFill>
                  <a:srgbClr val="FFFF00"/>
                </a:solidFill>
                <a:latin typeface="Arial" charset="0"/>
                <a:ea typeface="Arial" charset="0"/>
                <a:cs typeface="Arial" charset="0"/>
                <a:sym typeface="Cabin"/>
              </a:rPr>
              <a:t>28</a:t>
            </a:r>
            <a:endParaRPr lang="en-US" sz="3800" u="none" strike="noStrike" cap="none" dirty="0">
              <a:solidFill>
                <a:srgbClr val="FFFF00"/>
              </a:solidFill>
              <a:latin typeface="Arial" charset="0"/>
              <a:ea typeface="Arial" charset="0"/>
              <a:cs typeface="Arial" charset="0"/>
              <a:sym typeface="Cabin"/>
            </a:endParaRPr>
          </a:p>
          <a:p>
            <a:pPr marL="0" marR="0" lvl="0" indent="0" algn="l" rtl="0">
              <a:lnSpc>
                <a:spcPct val="100000"/>
              </a:lnSpc>
              <a:spcBef>
                <a:spcPts val="0"/>
              </a:spcBef>
              <a:spcAft>
                <a:spcPts val="0"/>
              </a:spcAft>
              <a:buClr>
                <a:schemeClr val="lt1"/>
              </a:buClr>
              <a:buSzPct val="25000"/>
              <a:buFont typeface="Cabin"/>
              <a:buNone/>
            </a:pPr>
            <a:r>
              <a:rPr lang="en-US" sz="3800" dirty="0">
                <a:solidFill>
                  <a:schemeClr val="lt1"/>
                </a:solidFill>
                <a:latin typeface="Arial" charset="0"/>
                <a:ea typeface="Arial" charset="0"/>
                <a:cs typeface="Arial" charset="0"/>
                <a:sym typeface="Cabin"/>
              </a:rPr>
              <a:t>You are 28 years old</a:t>
            </a:r>
            <a:endParaRPr lang="en-US" sz="3800" u="none" strike="noStrike" cap="none" dirty="0">
              <a:solidFill>
                <a:schemeClr val="lt1"/>
              </a:solidFill>
              <a:latin typeface="Arial" charset="0"/>
              <a:ea typeface="Arial" charset="0"/>
              <a:cs typeface="Arial" charset="0"/>
              <a:sym typeface="Cabin"/>
            </a:endParaRPr>
          </a:p>
        </p:txBody>
      </p:sp>
      <p:pic>
        <p:nvPicPr>
          <p:cNvPr id="483" name="Shape 483"/>
          <p:cNvPicPr preferRelativeResize="0"/>
          <p:nvPr/>
        </p:nvPicPr>
        <p:blipFill rotWithShape="1">
          <a:blip r:embed="rId3">
            <a:alphaModFix/>
          </a:blip>
          <a:srcRect/>
          <a:stretch/>
        </p:blipFill>
        <p:spPr>
          <a:xfrm>
            <a:off x="12153875" y="1193800"/>
            <a:ext cx="3174900" cy="21210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Shape 479"/>
          <p:cNvSpPr txBox="1">
            <a:spLocks noGrp="1"/>
          </p:cNvSpPr>
          <p:nvPr>
            <p:ph type="title"/>
          </p:nvPr>
        </p:nvSpPr>
        <p:spPr>
          <a:xfrm>
            <a:off x="3115734" y="527150"/>
            <a:ext cx="10521950" cy="1104899"/>
          </a:xfrm>
          <a:prstGeom prst="rect">
            <a:avLst/>
          </a:prstGeom>
          <a:noFill/>
          <a:ln>
            <a:noFill/>
          </a:ln>
        </p:spPr>
        <p:txBody>
          <a:bodyPr lIns="50800" tIns="50800" rIns="50800" bIns="508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800" u="none" strike="noStrike" cap="none" dirty="0">
                <a:solidFill>
                  <a:srgbClr val="FFD966"/>
                </a:solidFill>
                <a:latin typeface="Arial" charset="0"/>
                <a:ea typeface="Arial" charset="0"/>
                <a:cs typeface="Arial" charset="0"/>
                <a:sym typeface="Cabin"/>
              </a:rPr>
              <a:t>Now You Try</a:t>
            </a:r>
          </a:p>
        </p:txBody>
      </p:sp>
      <p:sp>
        <p:nvSpPr>
          <p:cNvPr id="480" name="Shape 480"/>
          <p:cNvSpPr txBox="1">
            <a:spLocks noGrp="1"/>
          </p:cNvSpPr>
          <p:nvPr>
            <p:ph type="body" idx="1"/>
          </p:nvPr>
        </p:nvSpPr>
        <p:spPr>
          <a:xfrm>
            <a:off x="812799" y="2133600"/>
            <a:ext cx="15019867" cy="6034087"/>
          </a:xfrm>
          <a:prstGeom prst="rect">
            <a:avLst/>
          </a:prstGeom>
          <a:noFill/>
          <a:ln>
            <a:noFill/>
          </a:ln>
        </p:spPr>
        <p:txBody>
          <a:bodyPr lIns="50800" tIns="50800" rIns="50800" bIns="50800" anchor="ctr" anchorCtr="0">
            <a:noAutofit/>
          </a:bodyPr>
          <a:lstStyle/>
          <a:p>
            <a:pPr marL="1104900" marR="0" lvl="0" indent="-787400" algn="l" rtl="0">
              <a:lnSpc>
                <a:spcPct val="100000"/>
              </a:lnSpc>
              <a:spcBef>
                <a:spcPts val="0"/>
              </a:spcBef>
              <a:spcAft>
                <a:spcPts val="0"/>
              </a:spcAft>
              <a:buClr>
                <a:schemeClr val="lt1"/>
              </a:buClr>
              <a:buSzPct val="171000"/>
              <a:buFont typeface="Cabin"/>
              <a:buChar char="•"/>
            </a:pPr>
            <a:r>
              <a:rPr lang="en-US" sz="3800" u="none" strike="noStrike" cap="none" dirty="0">
                <a:solidFill>
                  <a:schemeClr val="lt1"/>
                </a:solidFill>
                <a:latin typeface="Arial" charset="0"/>
                <a:ea typeface="Arial" charset="0"/>
                <a:cs typeface="Arial" charset="0"/>
                <a:sym typeface="Cabin"/>
              </a:rPr>
              <a:t>Improve your “age” program from earlier. Use input() to let the program ask the user for their age. Don’t forget to convert the age into an </a:t>
            </a:r>
            <a:r>
              <a:rPr lang="en-US" sz="3800" u="none" strike="noStrike" cap="none" dirty="0">
                <a:solidFill>
                  <a:srgbClr val="29FD2F"/>
                </a:solidFill>
                <a:latin typeface="Arial" charset="0"/>
                <a:ea typeface="Arial" charset="0"/>
                <a:cs typeface="Arial" charset="0"/>
                <a:sym typeface="Cabin"/>
              </a:rPr>
              <a:t>integer</a:t>
            </a:r>
            <a:r>
              <a:rPr lang="en-US" sz="3800" u="none" strike="noStrike" cap="none" dirty="0">
                <a:solidFill>
                  <a:schemeClr val="lt1"/>
                </a:solidFill>
                <a:latin typeface="Arial" charset="0"/>
                <a:ea typeface="Arial" charset="0"/>
                <a:cs typeface="Arial" charset="0"/>
                <a:sym typeface="Cabin"/>
              </a:rPr>
              <a:t> using </a:t>
            </a:r>
            <a:r>
              <a:rPr lang="en-US" sz="3800" u="none" strike="noStrike" cap="none" dirty="0" err="1">
                <a:solidFill>
                  <a:schemeClr val="lt1"/>
                </a:solidFill>
                <a:latin typeface="Arial" charset="0"/>
                <a:ea typeface="Arial" charset="0"/>
                <a:cs typeface="Arial" charset="0"/>
                <a:sym typeface="Cabin"/>
              </a:rPr>
              <a:t>int</a:t>
            </a:r>
            <a:r>
              <a:rPr lang="en-US" sz="3800" u="none" strike="noStrike" cap="none" dirty="0">
                <a:solidFill>
                  <a:schemeClr val="lt1"/>
                </a:solidFill>
                <a:latin typeface="Arial" charset="0"/>
                <a:ea typeface="Arial" charset="0"/>
                <a:cs typeface="Arial" charset="0"/>
                <a:sym typeface="Cabin"/>
              </a:rPr>
              <a:t>()!</a:t>
            </a:r>
          </a:p>
        </p:txBody>
      </p:sp>
    </p:spTree>
    <p:extLst>
      <p:ext uri="{BB962C8B-B14F-4D97-AF65-F5344CB8AC3E}">
        <p14:creationId xmlns:p14="http://schemas.microsoft.com/office/powerpoint/2010/main" val="408483577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dirty="0">
                <a:solidFill>
                  <a:srgbClr val="FFD966"/>
                </a:solidFill>
              </a:rPr>
              <a:t>Comments</a:t>
            </a:r>
            <a:r>
              <a:rPr lang="is-IS" sz="7200" dirty="0">
                <a:solidFill>
                  <a:srgbClr val="FFD966"/>
                </a:solidFill>
              </a:rPr>
              <a:t>…</a:t>
            </a:r>
            <a:endParaRPr lang="en-US" sz="7200" dirty="0">
              <a:solidFill>
                <a:srgbClr val="FFD966"/>
              </a:solidFill>
            </a:endParaRPr>
          </a:p>
        </p:txBody>
      </p:sp>
    </p:spTree>
    <p:extLst>
      <p:ext uri="{BB962C8B-B14F-4D97-AF65-F5344CB8AC3E}">
        <p14:creationId xmlns:p14="http://schemas.microsoft.com/office/powerpoint/2010/main" val="24892783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Shape 488"/>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Comments in Python</a:t>
            </a:r>
          </a:p>
        </p:txBody>
      </p:sp>
      <p:sp>
        <p:nvSpPr>
          <p:cNvPr id="489" name="Shape 489"/>
          <p:cNvSpPr txBox="1">
            <a:spLocks noGrp="1"/>
          </p:cNvSpPr>
          <p:nvPr>
            <p:ph type="body" idx="1"/>
          </p:nvPr>
        </p:nvSpPr>
        <p:spPr>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Anything after a </a:t>
            </a:r>
            <a:r>
              <a:rPr lang="en-US" sz="3600" u="none" strike="noStrike" cap="none" dirty="0">
                <a:solidFill>
                  <a:srgbClr val="FFFF00"/>
                </a:solidFill>
                <a:latin typeface="Arial" charset="0"/>
                <a:ea typeface="Arial" charset="0"/>
                <a:cs typeface="Arial" charset="0"/>
                <a:sym typeface="Cabin"/>
              </a:rPr>
              <a:t># </a:t>
            </a:r>
            <a:r>
              <a:rPr lang="en-US" sz="3600" u="none" strike="noStrike" cap="none" dirty="0">
                <a:solidFill>
                  <a:schemeClr val="lt1"/>
                </a:solidFill>
                <a:latin typeface="Arial" charset="0"/>
                <a:ea typeface="Arial" charset="0"/>
                <a:cs typeface="Arial" charset="0"/>
                <a:sym typeface="Cabin"/>
              </a:rPr>
              <a:t>is ignored by Python</a:t>
            </a:r>
          </a:p>
          <a:p>
            <a:pPr marL="749300" marR="0" lvl="0" indent="-371094" algn="l" rtl="0">
              <a:lnSpc>
                <a:spcPct val="10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Why comment?</a:t>
            </a:r>
          </a:p>
          <a:p>
            <a:pPr marL="670306" marR="0" lvl="1" indent="0" algn="l" rtl="0">
              <a:lnSpc>
                <a:spcPct val="100000"/>
              </a:lnSpc>
              <a:spcBef>
                <a:spcPts val="3500"/>
              </a:spcBef>
              <a:spcAft>
                <a:spcPts val="0"/>
              </a:spcAft>
              <a:buClr>
                <a:schemeClr val="lt1"/>
              </a:buClr>
              <a:buSzPct val="100000"/>
              <a:buNone/>
            </a:pPr>
            <a:r>
              <a:rPr lang="en-US" sz="3600" u="none" strike="noStrike" cap="none" dirty="0">
                <a:solidFill>
                  <a:schemeClr val="lt1"/>
                </a:solidFill>
                <a:latin typeface="Arial" charset="0"/>
                <a:ea typeface="Arial" charset="0"/>
                <a:cs typeface="Arial" charset="0"/>
                <a:sym typeface="Cabin"/>
              </a:rPr>
              <a:t> -  Describe what is going to happen in a sequence of code</a:t>
            </a:r>
          </a:p>
          <a:p>
            <a:pPr marL="670306" marR="0" lvl="1" indent="0" algn="l" rtl="0">
              <a:lnSpc>
                <a:spcPct val="100000"/>
              </a:lnSpc>
              <a:spcBef>
                <a:spcPts val="3500"/>
              </a:spcBef>
              <a:spcAft>
                <a:spcPts val="0"/>
              </a:spcAft>
              <a:buClr>
                <a:schemeClr val="lt1"/>
              </a:buClr>
              <a:buSzPct val="100000"/>
              <a:buNone/>
            </a:pPr>
            <a:r>
              <a:rPr lang="en-US" sz="3600" u="none" strike="noStrike" cap="none" dirty="0">
                <a:solidFill>
                  <a:schemeClr val="lt1"/>
                </a:solidFill>
                <a:latin typeface="Arial" charset="0"/>
                <a:ea typeface="Arial" charset="0"/>
                <a:cs typeface="Arial" charset="0"/>
                <a:sym typeface="Cabin"/>
              </a:rPr>
              <a:t> -  Document who wrote the code or other ancillary information</a:t>
            </a:r>
          </a:p>
          <a:p>
            <a:pPr marL="670306" marR="0" lvl="1" indent="0" algn="l" rtl="0">
              <a:lnSpc>
                <a:spcPct val="100000"/>
              </a:lnSpc>
              <a:spcBef>
                <a:spcPts val="3500"/>
              </a:spcBef>
              <a:spcAft>
                <a:spcPts val="0"/>
              </a:spcAft>
              <a:buClr>
                <a:schemeClr val="lt1"/>
              </a:buClr>
              <a:buSzPct val="100000"/>
              <a:buNone/>
            </a:pPr>
            <a:r>
              <a:rPr lang="en-US" sz="3600" u="none" strike="noStrike" cap="none" dirty="0">
                <a:solidFill>
                  <a:schemeClr val="lt1"/>
                </a:solidFill>
                <a:latin typeface="Arial" charset="0"/>
                <a:ea typeface="Arial" charset="0"/>
                <a:cs typeface="Arial" charset="0"/>
                <a:sym typeface="Cabin"/>
              </a:rPr>
              <a:t> -  Turn off a line of code - perhaps temporarily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dirty="0">
                <a:solidFill>
                  <a:srgbClr val="FFD966"/>
                </a:solidFill>
              </a:rPr>
              <a:t>What if our program breaks?</a:t>
            </a:r>
          </a:p>
        </p:txBody>
      </p:sp>
    </p:spTree>
    <p:extLst>
      <p:ext uri="{BB962C8B-B14F-4D97-AF65-F5344CB8AC3E}">
        <p14:creationId xmlns:p14="http://schemas.microsoft.com/office/powerpoint/2010/main" val="105547579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487"/>
        <p:cNvGrpSpPr/>
        <p:nvPr/>
      </p:nvGrpSpPr>
      <p:grpSpPr>
        <a:xfrm>
          <a:off x="0" y="0"/>
          <a:ext cx="0" cy="0"/>
          <a:chOff x="0" y="0"/>
          <a:chExt cx="0" cy="0"/>
        </a:xfrm>
      </p:grpSpPr>
      <p:sp>
        <p:nvSpPr>
          <p:cNvPr id="488" name="Shape 488"/>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Handling errors</a:t>
            </a:r>
          </a:p>
        </p:txBody>
      </p:sp>
      <p:sp>
        <p:nvSpPr>
          <p:cNvPr id="489" name="Shape 489"/>
          <p:cNvSpPr txBox="1">
            <a:spLocks noGrp="1"/>
          </p:cNvSpPr>
          <p:nvPr>
            <p:ph type="body" idx="1"/>
          </p:nvPr>
        </p:nvSpPr>
        <p:spPr>
          <a:xfrm>
            <a:off x="812800" y="2133601"/>
            <a:ext cx="14630400" cy="1168400"/>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What if we type “fifteen” into our </a:t>
            </a:r>
            <a:r>
              <a:rPr lang="en-US" sz="3600" u="none" strike="noStrike" cap="none" dirty="0" err="1">
                <a:solidFill>
                  <a:schemeClr val="lt1"/>
                </a:solidFill>
                <a:latin typeface="Arial" charset="0"/>
                <a:ea typeface="Arial" charset="0"/>
                <a:cs typeface="Arial" charset="0"/>
                <a:sym typeface="Cabin"/>
              </a:rPr>
              <a:t>age.py</a:t>
            </a:r>
            <a:r>
              <a:rPr lang="en-US" sz="3600" u="none" strike="noStrike" cap="none" dirty="0">
                <a:solidFill>
                  <a:schemeClr val="lt1"/>
                </a:solidFill>
                <a:latin typeface="Arial" charset="0"/>
                <a:ea typeface="Arial" charset="0"/>
                <a:cs typeface="Arial" charset="0"/>
                <a:sym typeface="Cabin"/>
              </a:rPr>
              <a:t> program? What happens?</a:t>
            </a:r>
          </a:p>
        </p:txBody>
      </p:sp>
      <p:sp>
        <p:nvSpPr>
          <p:cNvPr id="2" name="TextBox 1">
            <a:extLst>
              <a:ext uri="{FF2B5EF4-FFF2-40B4-BE49-F238E27FC236}">
                <a16:creationId xmlns:a16="http://schemas.microsoft.com/office/drawing/2014/main" id="{48A94D5B-F239-BC46-93D9-6342A931DFC0}"/>
              </a:ext>
            </a:extLst>
          </p:cNvPr>
          <p:cNvSpPr txBox="1"/>
          <p:nvPr/>
        </p:nvSpPr>
        <p:spPr>
          <a:xfrm>
            <a:off x="1574801" y="3307825"/>
            <a:ext cx="9571851" cy="1323439"/>
          </a:xfrm>
          <a:prstGeom prst="rect">
            <a:avLst/>
          </a:prstGeom>
          <a:noFill/>
        </p:spPr>
        <p:txBody>
          <a:bodyPr wrap="none" rtlCol="0">
            <a:spAutoFit/>
          </a:bodyPr>
          <a:lstStyle/>
          <a:p>
            <a:r>
              <a:rPr lang="en-US" sz="2000" dirty="0">
                <a:solidFill>
                  <a:srgbClr val="29FD2F"/>
                </a:solidFill>
                <a:latin typeface="Courier" pitchFamily="2" charset="0"/>
              </a:rPr>
              <a:t>Traceback (most recent call last):</a:t>
            </a:r>
          </a:p>
          <a:p>
            <a:r>
              <a:rPr lang="en-US" sz="2000" dirty="0">
                <a:solidFill>
                  <a:srgbClr val="29FD2F"/>
                </a:solidFill>
                <a:latin typeface="Courier" pitchFamily="2" charset="0"/>
              </a:rPr>
              <a:t>  File "&lt;stdin&gt;", line 1, in &lt;module&gt;</a:t>
            </a:r>
          </a:p>
          <a:p>
            <a:r>
              <a:rPr lang="en-US" sz="2000" dirty="0" err="1">
                <a:solidFill>
                  <a:srgbClr val="29FD2F"/>
                </a:solidFill>
                <a:latin typeface="Courier" pitchFamily="2" charset="0"/>
              </a:rPr>
              <a:t>ValueError</a:t>
            </a:r>
            <a:r>
              <a:rPr lang="en-US" sz="2000" dirty="0">
                <a:solidFill>
                  <a:srgbClr val="29FD2F"/>
                </a:solidFill>
                <a:latin typeface="Courier" pitchFamily="2" charset="0"/>
              </a:rPr>
              <a:t>: invalid literal for </a:t>
            </a:r>
            <a:r>
              <a:rPr lang="en-US" sz="2000" dirty="0" err="1">
                <a:solidFill>
                  <a:srgbClr val="29FD2F"/>
                </a:solidFill>
                <a:latin typeface="Courier" pitchFamily="2" charset="0"/>
              </a:rPr>
              <a:t>int</a:t>
            </a:r>
            <a:r>
              <a:rPr lang="en-US" sz="2000" dirty="0">
                <a:solidFill>
                  <a:srgbClr val="29FD2F"/>
                </a:solidFill>
                <a:latin typeface="Courier" pitchFamily="2" charset="0"/>
              </a:rPr>
              <a:t>() with base 10: 'fifteen'</a:t>
            </a:r>
          </a:p>
          <a:p>
            <a:endParaRPr lang="en-US" sz="2000" dirty="0">
              <a:solidFill>
                <a:srgbClr val="29FD2F"/>
              </a:solidFill>
              <a:latin typeface="Courier" pitchFamily="2" charset="0"/>
            </a:endParaRPr>
          </a:p>
        </p:txBody>
      </p:sp>
      <p:sp>
        <p:nvSpPr>
          <p:cNvPr id="6" name="Shape 489">
            <a:extLst>
              <a:ext uri="{FF2B5EF4-FFF2-40B4-BE49-F238E27FC236}">
                <a16:creationId xmlns:a16="http://schemas.microsoft.com/office/drawing/2014/main" id="{A3A00270-9F73-4B4D-BC65-12F2F63DD3F8}"/>
              </a:ext>
            </a:extLst>
          </p:cNvPr>
          <p:cNvSpPr txBox="1">
            <a:spLocks/>
          </p:cNvSpPr>
          <p:nvPr/>
        </p:nvSpPr>
        <p:spPr>
          <a:xfrm>
            <a:off x="812800" y="4527020"/>
            <a:ext cx="14630400" cy="1168400"/>
          </a:xfrm>
          <a:prstGeom prst="rect">
            <a:avLst/>
          </a:prstGeom>
          <a:noFill/>
          <a:ln>
            <a:noFill/>
          </a:ln>
        </p:spPr>
        <p:txBody>
          <a:bodyPr lIns="38100" tIns="38100" rIns="38100" bIns="38100" anchor="ctr" anchorCtr="0">
            <a:noAutofit/>
          </a:bodyPr>
          <a:lstStyle>
            <a:defPPr marR="0" lvl="0" algn="l" rtl="0">
              <a:lnSpc>
                <a:spcPct val="100000"/>
              </a:lnSpc>
              <a:spcBef>
                <a:spcPts val="0"/>
              </a:spcBef>
              <a:spcAft>
                <a:spcPts val="0"/>
              </a:spcAft>
            </a:defPPr>
            <a:lvl1pPr marL="749300" marR="0" lvl="0" indent="-142494" algn="l" rtl="0">
              <a:lnSpc>
                <a:spcPct val="100000"/>
              </a:lnSpc>
              <a:spcBef>
                <a:spcPts val="3500"/>
              </a:spcBef>
              <a:spcAft>
                <a:spcPts val="0"/>
              </a:spcAft>
              <a:buClr>
                <a:schemeClr val="lt1"/>
              </a:buClr>
              <a:buFont typeface="Cabin"/>
              <a:buChar char="•"/>
              <a:defRPr sz="4000" b="0" i="0" u="none" strike="noStrike" cap="none">
                <a:solidFill>
                  <a:srgbClr val="000000"/>
                </a:solidFill>
                <a:latin typeface="Arial"/>
                <a:ea typeface="Arial"/>
                <a:cs typeface="Arial"/>
                <a:sym typeface="Arial"/>
              </a:defRPr>
            </a:lvl1pPr>
            <a:lvl2pPr marL="1041400" marR="0" lvl="1"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2pPr>
            <a:lvl3pPr marL="1333500" marR="0" lvl="2"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3pPr>
            <a:lvl4pPr marL="1638300" marR="0" lvl="3"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4pPr>
            <a:lvl5pPr marL="1930400" marR="0" lvl="4"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5pPr>
            <a:lvl6pPr marL="2387600" marR="0" lvl="5"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6pPr>
            <a:lvl7pPr marL="2844800" marR="0" lvl="6"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7pPr>
            <a:lvl8pPr marL="3302000" marR="0" lvl="7"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8pPr>
            <a:lvl9pPr marL="3759200" marR="0" lvl="8" indent="-142494" algn="l" rtl="0">
              <a:lnSpc>
                <a:spcPct val="100000"/>
              </a:lnSpc>
              <a:spcBef>
                <a:spcPts val="3500"/>
              </a:spcBef>
              <a:spcAft>
                <a:spcPts val="0"/>
              </a:spcAft>
              <a:buClr>
                <a:schemeClr val="lt1"/>
              </a:buClr>
              <a:buFont typeface="Cabin"/>
              <a:buChar char="•"/>
              <a:defRPr sz="1400" b="0" i="0" u="none" strike="noStrike" cap="none">
                <a:solidFill>
                  <a:srgbClr val="000000"/>
                </a:solidFill>
                <a:latin typeface="Arial"/>
                <a:ea typeface="Arial"/>
                <a:cs typeface="Arial"/>
                <a:sym typeface="Arial"/>
              </a:defRPr>
            </a:lvl9pPr>
          </a:lstStyle>
          <a:p>
            <a:pPr indent="-371094">
              <a:spcBef>
                <a:spcPts val="0"/>
              </a:spcBef>
              <a:buSzPct val="100000"/>
            </a:pPr>
            <a:r>
              <a:rPr lang="en-US" sz="3600" dirty="0">
                <a:solidFill>
                  <a:schemeClr val="lt1"/>
                </a:solidFill>
                <a:latin typeface="Arial" charset="0"/>
                <a:ea typeface="Arial" charset="0"/>
                <a:cs typeface="Arial" charset="0"/>
                <a:sym typeface="Cabin"/>
              </a:rPr>
              <a:t>Python can help us avoid this problem using a special kind of “decision” called “try/except”</a:t>
            </a:r>
          </a:p>
        </p:txBody>
      </p:sp>
      <p:sp>
        <p:nvSpPr>
          <p:cNvPr id="7" name="TextBox 6">
            <a:extLst>
              <a:ext uri="{FF2B5EF4-FFF2-40B4-BE49-F238E27FC236}">
                <a16:creationId xmlns:a16="http://schemas.microsoft.com/office/drawing/2014/main" id="{0242B985-763A-3748-A482-8ABF8F1E63C5}"/>
              </a:ext>
            </a:extLst>
          </p:cNvPr>
          <p:cNvSpPr txBox="1"/>
          <p:nvPr/>
        </p:nvSpPr>
        <p:spPr>
          <a:xfrm>
            <a:off x="8923868" y="6172193"/>
            <a:ext cx="6647974" cy="2246769"/>
          </a:xfrm>
          <a:prstGeom prst="rect">
            <a:avLst/>
          </a:prstGeom>
          <a:noFill/>
        </p:spPr>
        <p:txBody>
          <a:bodyPr wrap="none" rtlCol="0">
            <a:spAutoFit/>
          </a:bodyPr>
          <a:lstStyle/>
          <a:p>
            <a:r>
              <a:rPr lang="en-US" sz="2000" dirty="0">
                <a:solidFill>
                  <a:srgbClr val="FFFD38"/>
                </a:solidFill>
                <a:latin typeface="Courier" pitchFamily="2" charset="0"/>
              </a:rPr>
              <a:t>age = input(“What is your age?” </a:t>
            </a:r>
          </a:p>
          <a:p>
            <a:r>
              <a:rPr lang="en-US" sz="2000" dirty="0">
                <a:solidFill>
                  <a:srgbClr val="FFFD38"/>
                </a:solidFill>
                <a:latin typeface="Courier" pitchFamily="2" charset="0"/>
              </a:rPr>
              <a:t>try:</a:t>
            </a:r>
          </a:p>
          <a:p>
            <a:r>
              <a:rPr lang="en-US" sz="2000" dirty="0">
                <a:solidFill>
                  <a:srgbClr val="FFFD38"/>
                </a:solidFill>
                <a:latin typeface="Courier" pitchFamily="2" charset="0"/>
              </a:rPr>
              <a:t>	age = </a:t>
            </a:r>
            <a:r>
              <a:rPr lang="en-US" sz="2000" dirty="0" err="1">
                <a:solidFill>
                  <a:srgbClr val="FFFD38"/>
                </a:solidFill>
                <a:latin typeface="Courier" pitchFamily="2" charset="0"/>
              </a:rPr>
              <a:t>int</a:t>
            </a:r>
            <a:r>
              <a:rPr lang="en-US" sz="2000" dirty="0">
                <a:solidFill>
                  <a:srgbClr val="FFFD38"/>
                </a:solidFill>
                <a:latin typeface="Courier" pitchFamily="2" charset="0"/>
              </a:rPr>
              <a:t>(age)</a:t>
            </a:r>
          </a:p>
          <a:p>
            <a:r>
              <a:rPr lang="en-US" sz="2000" dirty="0">
                <a:solidFill>
                  <a:srgbClr val="FFFD38"/>
                </a:solidFill>
                <a:latin typeface="Courier" pitchFamily="2" charset="0"/>
              </a:rPr>
              <a:t>except: </a:t>
            </a:r>
          </a:p>
          <a:p>
            <a:r>
              <a:rPr lang="en-US" sz="2000" dirty="0">
                <a:solidFill>
                  <a:srgbClr val="FFFD38"/>
                </a:solidFill>
                <a:latin typeface="Courier" pitchFamily="2" charset="0"/>
              </a:rPr>
              <a:t>	print(“Sorry, that is not a number”)</a:t>
            </a:r>
          </a:p>
          <a:p>
            <a:r>
              <a:rPr lang="en-US" sz="2000" dirty="0">
                <a:solidFill>
                  <a:srgbClr val="FFFD38"/>
                </a:solidFill>
                <a:latin typeface="Courier" pitchFamily="2" charset="0"/>
              </a:rPr>
              <a:t>	quit()</a:t>
            </a:r>
          </a:p>
          <a:p>
            <a:endParaRPr lang="en-US" sz="2000" dirty="0">
              <a:solidFill>
                <a:srgbClr val="FFFD38"/>
              </a:solidFill>
              <a:latin typeface="Courier" pitchFamily="2" charset="0"/>
            </a:endParaRPr>
          </a:p>
        </p:txBody>
      </p:sp>
      <p:sp>
        <p:nvSpPr>
          <p:cNvPr id="10" name="Frame 9">
            <a:extLst>
              <a:ext uri="{FF2B5EF4-FFF2-40B4-BE49-F238E27FC236}">
                <a16:creationId xmlns:a16="http://schemas.microsoft.com/office/drawing/2014/main" id="{AE528460-C054-7748-A9A5-25B57858FA03}"/>
              </a:ext>
            </a:extLst>
          </p:cNvPr>
          <p:cNvSpPr/>
          <p:nvPr/>
        </p:nvSpPr>
        <p:spPr>
          <a:xfrm>
            <a:off x="8923868" y="6914615"/>
            <a:ext cx="948265" cy="261120"/>
          </a:xfrm>
          <a:prstGeom prst="frame">
            <a:avLst/>
          </a:prstGeom>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Frame 12">
            <a:extLst>
              <a:ext uri="{FF2B5EF4-FFF2-40B4-BE49-F238E27FC236}">
                <a16:creationId xmlns:a16="http://schemas.microsoft.com/office/drawing/2014/main" id="{25335447-6E07-C347-8C91-63ED9366480E}"/>
              </a:ext>
            </a:extLst>
          </p:cNvPr>
          <p:cNvSpPr/>
          <p:nvPr/>
        </p:nvSpPr>
        <p:spPr>
          <a:xfrm>
            <a:off x="8923868" y="7501455"/>
            <a:ext cx="948265" cy="558811"/>
          </a:xfrm>
          <a:prstGeom prst="frame">
            <a:avLst/>
          </a:prstGeom>
          <a:solidFill>
            <a:srgbClr val="FF00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 name="TextBox 10">
            <a:extLst>
              <a:ext uri="{FF2B5EF4-FFF2-40B4-BE49-F238E27FC236}">
                <a16:creationId xmlns:a16="http://schemas.microsoft.com/office/drawing/2014/main" id="{E420E813-02C3-B14D-8000-0C93AA2CAC85}"/>
              </a:ext>
            </a:extLst>
          </p:cNvPr>
          <p:cNvSpPr txBox="1"/>
          <p:nvPr/>
        </p:nvSpPr>
        <p:spPr>
          <a:xfrm>
            <a:off x="1988523" y="7039790"/>
            <a:ext cx="6596678" cy="923330"/>
          </a:xfrm>
          <a:prstGeom prst="rect">
            <a:avLst/>
          </a:prstGeom>
          <a:noFill/>
        </p:spPr>
        <p:txBody>
          <a:bodyPr wrap="none" rtlCol="0">
            <a:spAutoFit/>
          </a:bodyPr>
          <a:lstStyle/>
          <a:p>
            <a:pPr algn="r"/>
            <a:r>
              <a:rPr lang="en-US" sz="1800" dirty="0">
                <a:solidFill>
                  <a:schemeClr val="bg1"/>
                </a:solidFill>
              </a:rPr>
              <a:t>Pay attention to the spaces here….</a:t>
            </a:r>
          </a:p>
          <a:p>
            <a:pPr algn="r"/>
            <a:r>
              <a:rPr lang="en-US" sz="1800" dirty="0">
                <a:solidFill>
                  <a:schemeClr val="bg1"/>
                </a:solidFill>
              </a:rPr>
              <a:t>Python uses spaces to find out which code </a:t>
            </a:r>
          </a:p>
          <a:p>
            <a:pPr algn="r"/>
            <a:r>
              <a:rPr lang="en-US" sz="1800" dirty="0">
                <a:solidFill>
                  <a:schemeClr val="bg1"/>
                </a:solidFill>
              </a:rPr>
              <a:t>goes inside the “try” and “except” and which code goes outside</a:t>
            </a:r>
          </a:p>
        </p:txBody>
      </p:sp>
    </p:spTree>
    <p:extLst>
      <p:ext uri="{BB962C8B-B14F-4D97-AF65-F5344CB8AC3E}">
        <p14:creationId xmlns:p14="http://schemas.microsoft.com/office/powerpoint/2010/main" val="2328926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478"/>
        <p:cNvGrpSpPr/>
        <p:nvPr/>
      </p:nvGrpSpPr>
      <p:grpSpPr>
        <a:xfrm>
          <a:off x="0" y="0"/>
          <a:ext cx="0" cy="0"/>
          <a:chOff x="0" y="0"/>
          <a:chExt cx="0" cy="0"/>
        </a:xfrm>
      </p:grpSpPr>
      <p:sp>
        <p:nvSpPr>
          <p:cNvPr id="479" name="Shape 479"/>
          <p:cNvSpPr txBox="1">
            <a:spLocks noGrp="1"/>
          </p:cNvSpPr>
          <p:nvPr>
            <p:ph type="title"/>
          </p:nvPr>
        </p:nvSpPr>
        <p:spPr>
          <a:xfrm>
            <a:off x="3115734" y="527150"/>
            <a:ext cx="10521950" cy="1104899"/>
          </a:xfrm>
          <a:prstGeom prst="rect">
            <a:avLst/>
          </a:prstGeom>
          <a:noFill/>
          <a:ln>
            <a:noFill/>
          </a:ln>
        </p:spPr>
        <p:txBody>
          <a:bodyPr lIns="50800" tIns="50800" rIns="50800" bIns="5080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7800" u="none" strike="noStrike" cap="none" dirty="0">
                <a:solidFill>
                  <a:srgbClr val="FFD966"/>
                </a:solidFill>
                <a:latin typeface="Arial" charset="0"/>
                <a:ea typeface="Arial" charset="0"/>
                <a:cs typeface="Arial" charset="0"/>
                <a:sym typeface="Cabin"/>
              </a:rPr>
              <a:t>Now You Try</a:t>
            </a:r>
          </a:p>
        </p:txBody>
      </p:sp>
      <p:sp>
        <p:nvSpPr>
          <p:cNvPr id="480" name="Shape 480"/>
          <p:cNvSpPr txBox="1">
            <a:spLocks noGrp="1"/>
          </p:cNvSpPr>
          <p:nvPr>
            <p:ph type="body" idx="1"/>
          </p:nvPr>
        </p:nvSpPr>
        <p:spPr>
          <a:xfrm>
            <a:off x="812799" y="2133600"/>
            <a:ext cx="15019867" cy="6034087"/>
          </a:xfrm>
          <a:prstGeom prst="rect">
            <a:avLst/>
          </a:prstGeom>
          <a:noFill/>
          <a:ln>
            <a:noFill/>
          </a:ln>
        </p:spPr>
        <p:txBody>
          <a:bodyPr lIns="50800" tIns="50800" rIns="50800" bIns="50800" anchor="ctr" anchorCtr="0">
            <a:noAutofit/>
          </a:bodyPr>
          <a:lstStyle/>
          <a:p>
            <a:pPr marL="1104900" marR="0" lvl="0" indent="-787400" algn="l" rtl="0">
              <a:lnSpc>
                <a:spcPct val="100000"/>
              </a:lnSpc>
              <a:spcBef>
                <a:spcPts val="0"/>
              </a:spcBef>
              <a:spcAft>
                <a:spcPts val="0"/>
              </a:spcAft>
              <a:buClr>
                <a:schemeClr val="lt1"/>
              </a:buClr>
              <a:buSzPct val="171000"/>
              <a:buFont typeface="Cabin"/>
              <a:buChar char="•"/>
            </a:pPr>
            <a:r>
              <a:rPr lang="en-US" sz="3800" u="none" strike="noStrike" cap="none" dirty="0">
                <a:solidFill>
                  <a:schemeClr val="lt1"/>
                </a:solidFill>
                <a:latin typeface="Arial" charset="0"/>
                <a:ea typeface="Arial" charset="0"/>
                <a:cs typeface="Arial" charset="0"/>
                <a:sym typeface="Cabin"/>
              </a:rPr>
              <a:t>Improve your “age” program from earlier. Add a “try/except” to warn the user if the enter something that is not a number.</a:t>
            </a:r>
          </a:p>
        </p:txBody>
      </p:sp>
    </p:spTree>
    <p:extLst>
      <p:ext uri="{BB962C8B-B14F-4D97-AF65-F5344CB8AC3E}">
        <p14:creationId xmlns:p14="http://schemas.microsoft.com/office/powerpoint/2010/main" val="168527043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dirty="0">
                <a:solidFill>
                  <a:srgbClr val="FFD966"/>
                </a:solidFill>
              </a:rPr>
              <a:t>My Favorite Part…Conditionals!</a:t>
            </a:r>
          </a:p>
        </p:txBody>
      </p:sp>
    </p:spTree>
    <p:extLst>
      <p:ext uri="{BB962C8B-B14F-4D97-AF65-F5344CB8AC3E}">
        <p14:creationId xmlns:p14="http://schemas.microsoft.com/office/powerpoint/2010/main" val="35992120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66"/>
        <p:cNvGrpSpPr/>
        <p:nvPr/>
      </p:nvGrpSpPr>
      <p:grpSpPr>
        <a:xfrm>
          <a:off x="0" y="0"/>
          <a:ext cx="0" cy="0"/>
          <a:chOff x="0" y="0"/>
          <a:chExt cx="0" cy="0"/>
        </a:xfrm>
      </p:grpSpPr>
      <p:sp>
        <p:nvSpPr>
          <p:cNvPr id="567" name="Shape 567"/>
          <p:cNvSpPr txBox="1">
            <a:spLocks noGrp="1"/>
          </p:cNvSpPr>
          <p:nvPr>
            <p:ph type="title"/>
          </p:nvPr>
        </p:nvSpPr>
        <p:spPr>
          <a:xfrm>
            <a:off x="5854700" y="768096"/>
            <a:ext cx="9588499" cy="1365504"/>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7600" u="none" strike="noStrike" cap="none" dirty="0">
                <a:solidFill>
                  <a:srgbClr val="FFD966"/>
                </a:solidFill>
                <a:latin typeface="Arial" charset="0"/>
                <a:ea typeface="Arial" charset="0"/>
                <a:cs typeface="Arial" charset="0"/>
                <a:sym typeface="Cabin"/>
              </a:rPr>
              <a:t>Conditional Steps</a:t>
            </a:r>
          </a:p>
        </p:txBody>
      </p:sp>
      <p:sp>
        <p:nvSpPr>
          <p:cNvPr id="568" name="Shape 568"/>
          <p:cNvSpPr txBox="1"/>
          <p:nvPr/>
        </p:nvSpPr>
        <p:spPr>
          <a:xfrm>
            <a:off x="13684013" y="3562350"/>
            <a:ext cx="1581150" cy="218439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600" u="none" strike="noStrike" cap="none">
                <a:solidFill>
                  <a:schemeClr val="lt1"/>
                </a:solidFill>
                <a:latin typeface="Arial" charset="0"/>
                <a:ea typeface="Arial" charset="0"/>
                <a:cs typeface="Arial" charset="0"/>
                <a:sym typeface="Cabin"/>
              </a:rPr>
              <a:t>Output:</a:t>
            </a:r>
          </a:p>
          <a:p>
            <a:pPr marL="0" marR="0" lvl="0" indent="0" algn="ctr" rtl="0">
              <a:lnSpc>
                <a:spcPct val="100000"/>
              </a:lnSpc>
              <a:spcBef>
                <a:spcPts val="0"/>
              </a:spcBef>
              <a:spcAft>
                <a:spcPts val="0"/>
              </a:spcAft>
              <a:buNone/>
            </a:pPr>
            <a:endParaRPr sz="3600" u="none" strike="noStrike" cap="none">
              <a:solidFill>
                <a:schemeClr val="lt1"/>
              </a:solidFill>
              <a:latin typeface="Arial" charset="0"/>
              <a:ea typeface="Arial" charset="0"/>
              <a:cs typeface="Arial" charset="0"/>
              <a:sym typeface="Cabin"/>
            </a:endParaRPr>
          </a:p>
          <a:p>
            <a:pPr marL="0" marR="0" lvl="0" indent="0" algn="l" rtl="0">
              <a:lnSpc>
                <a:spcPct val="100000"/>
              </a:lnSpc>
              <a:spcBef>
                <a:spcPts val="0"/>
              </a:spcBef>
              <a:spcAft>
                <a:spcPts val="0"/>
              </a:spcAft>
              <a:buClr>
                <a:srgbClr val="FF00FF"/>
              </a:buClr>
              <a:buSzPct val="25000"/>
              <a:buFont typeface="Cabin"/>
              <a:buNone/>
            </a:pPr>
            <a:r>
              <a:rPr lang="en-US" sz="3600" u="none" strike="noStrike" cap="none">
                <a:solidFill>
                  <a:srgbClr val="FFFF00"/>
                </a:solidFill>
                <a:latin typeface="Arial" charset="0"/>
                <a:ea typeface="Arial" charset="0"/>
                <a:cs typeface="Arial" charset="0"/>
                <a:sym typeface="Cabin"/>
              </a:rPr>
              <a:t>Smaller</a:t>
            </a:r>
          </a:p>
          <a:p>
            <a:pPr marL="0" marR="0" lvl="0" indent="0" algn="l" rtl="0">
              <a:lnSpc>
                <a:spcPct val="100000"/>
              </a:lnSpc>
              <a:spcBef>
                <a:spcPts val="0"/>
              </a:spcBef>
              <a:spcAft>
                <a:spcPts val="0"/>
              </a:spcAft>
              <a:buClr>
                <a:srgbClr val="FF00FF"/>
              </a:buClr>
              <a:buSzPct val="25000"/>
              <a:buFont typeface="Cabin"/>
              <a:buNone/>
            </a:pPr>
            <a:r>
              <a:rPr lang="en-US" sz="3600" u="none" strike="noStrike" cap="none">
                <a:solidFill>
                  <a:srgbClr val="FFFF00"/>
                </a:solidFill>
                <a:latin typeface="Arial" charset="0"/>
                <a:ea typeface="Arial" charset="0"/>
                <a:cs typeface="Arial" charset="0"/>
                <a:sym typeface="Cabin"/>
              </a:rPr>
              <a:t>Finis</a:t>
            </a:r>
          </a:p>
        </p:txBody>
      </p:sp>
      <p:sp>
        <p:nvSpPr>
          <p:cNvPr id="569" name="Shape 569"/>
          <p:cNvSpPr txBox="1"/>
          <p:nvPr/>
        </p:nvSpPr>
        <p:spPr>
          <a:xfrm>
            <a:off x="7799386" y="2873375"/>
            <a:ext cx="4535286" cy="498474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600" u="none" strike="noStrike" cap="none" dirty="0">
                <a:solidFill>
                  <a:schemeClr val="lt1"/>
                </a:solidFill>
                <a:latin typeface="Arial" charset="0"/>
                <a:ea typeface="Arial" charset="0"/>
                <a:cs typeface="Arial" charset="0"/>
                <a:sym typeface="Cabin"/>
              </a:rPr>
              <a:t>Program:</a:t>
            </a:r>
          </a:p>
          <a:p>
            <a:pPr marL="0" marR="0" lvl="0" indent="0" algn="ctr" rtl="0">
              <a:lnSpc>
                <a:spcPct val="100000"/>
              </a:lnSpc>
              <a:spcBef>
                <a:spcPts val="0"/>
              </a:spcBef>
              <a:spcAft>
                <a:spcPts val="0"/>
              </a:spcAft>
              <a:buNone/>
            </a:pPr>
            <a:endParaRPr sz="3600" u="none" strike="noStrike" cap="none" dirty="0">
              <a:solidFill>
                <a:srgbClr val="FF7F00"/>
              </a:solidFill>
              <a:latin typeface="Arial" charset="0"/>
              <a:ea typeface="Arial" charset="0"/>
              <a:cs typeface="Arial" charset="0"/>
              <a:sym typeface="Cabin"/>
            </a:endParaRPr>
          </a:p>
          <a:p>
            <a:pPr marL="0" marR="0" lvl="0" indent="0" algn="l" rtl="0">
              <a:lnSpc>
                <a:spcPct val="100000"/>
              </a:lnSpc>
              <a:spcBef>
                <a:spcPts val="0"/>
              </a:spcBef>
              <a:spcAft>
                <a:spcPts val="0"/>
              </a:spcAft>
              <a:buClr>
                <a:srgbClr val="FF7F00"/>
              </a:buClr>
              <a:buSzPct val="25000"/>
              <a:buFont typeface="Cabin"/>
              <a:buNone/>
            </a:pPr>
            <a:r>
              <a:rPr lang="en-US" sz="2800" u="none" strike="noStrike" cap="none" dirty="0">
                <a:solidFill>
                  <a:srgbClr val="00FF00"/>
                </a:solidFill>
                <a:latin typeface="Courier" charset="0"/>
                <a:ea typeface="Courier" charset="0"/>
                <a:cs typeface="Courier" charset="0"/>
                <a:sym typeface="Cabin"/>
              </a:rPr>
              <a:t>x = 5</a:t>
            </a:r>
          </a:p>
          <a:p>
            <a:pPr marL="0" marR="0" lvl="0" indent="0" algn="l" rtl="0">
              <a:lnSpc>
                <a:spcPct val="100000"/>
              </a:lnSpc>
              <a:spcBef>
                <a:spcPts val="0"/>
              </a:spcBef>
              <a:spcAft>
                <a:spcPts val="0"/>
              </a:spcAft>
              <a:buClr>
                <a:srgbClr val="FFFF00"/>
              </a:buClr>
              <a:buSzPct val="25000"/>
              <a:buFont typeface="Cabin"/>
              <a:buNone/>
            </a:pPr>
            <a:r>
              <a:rPr lang="en-US" sz="2800" u="none" strike="noStrike" cap="none" dirty="0">
                <a:solidFill>
                  <a:srgbClr val="FFFF00"/>
                </a:solidFill>
                <a:latin typeface="Courier" charset="0"/>
                <a:ea typeface="Courier" charset="0"/>
                <a:cs typeface="Courier" charset="0"/>
                <a:sym typeface="Cabin"/>
              </a:rPr>
              <a:t>if</a:t>
            </a:r>
            <a:r>
              <a:rPr lang="en-US" sz="2800" u="none" strike="noStrike" cap="none" dirty="0">
                <a:solidFill>
                  <a:srgbClr val="FF7F00"/>
                </a:solidFill>
                <a:latin typeface="Courier" charset="0"/>
                <a:ea typeface="Courier" charset="0"/>
                <a:cs typeface="Courier" charset="0"/>
                <a:sym typeface="Cabin"/>
              </a:rPr>
              <a:t> </a:t>
            </a:r>
            <a:r>
              <a:rPr lang="en-US" sz="2800" u="none" strike="noStrike" cap="none" dirty="0">
                <a:solidFill>
                  <a:srgbClr val="00FF00"/>
                </a:solidFill>
                <a:latin typeface="Courier" charset="0"/>
                <a:ea typeface="Courier" charset="0"/>
                <a:cs typeface="Courier" charset="0"/>
                <a:sym typeface="Cabin"/>
              </a:rPr>
              <a:t>x &lt; 10:</a:t>
            </a:r>
          </a:p>
          <a:p>
            <a:pPr lvl="0">
              <a:buClr>
                <a:srgbClr val="FF7F00"/>
              </a:buClr>
              <a:buSzPct val="25000"/>
            </a:pPr>
            <a:r>
              <a:rPr lang="en-US" sz="2800" u="none" strike="noStrike" cap="none" dirty="0">
                <a:solidFill>
                  <a:srgbClr val="FF7F00"/>
                </a:solidFill>
                <a:latin typeface="Courier" charset="0"/>
                <a:ea typeface="Courier" charset="0"/>
                <a:cs typeface="Courier" charset="0"/>
                <a:sym typeface="Cabin"/>
              </a:rPr>
              <a:t>    </a:t>
            </a:r>
            <a:r>
              <a:rPr lang="en-US" sz="2800" u="none" strike="noStrike" cap="none" dirty="0">
                <a:solidFill>
                  <a:srgbClr val="FFFF00"/>
                </a:solidFill>
                <a:latin typeface="Courier" charset="0"/>
                <a:ea typeface="Courier" charset="0"/>
                <a:cs typeface="Courier" charset="0"/>
                <a:sym typeface="Cabin"/>
              </a:rPr>
              <a:t>print(</a:t>
            </a:r>
            <a:r>
              <a:rPr lang="en-US" sz="2800" u="none" strike="noStrike" cap="none" dirty="0">
                <a:solidFill>
                  <a:srgbClr val="00FF00"/>
                </a:solidFill>
                <a:latin typeface="Courier" charset="0"/>
                <a:ea typeface="Courier" charset="0"/>
                <a:cs typeface="Courier" charset="0"/>
                <a:sym typeface="Cabin"/>
              </a:rPr>
              <a:t>'</a:t>
            </a:r>
            <a:r>
              <a:rPr lang="en-US" sz="2800" dirty="0">
                <a:solidFill>
                  <a:srgbClr val="00FF00"/>
                </a:solidFill>
                <a:latin typeface="Courier" charset="0"/>
                <a:ea typeface="Courier" charset="0"/>
                <a:cs typeface="Courier" charset="0"/>
                <a:sym typeface="Cabin"/>
              </a:rPr>
              <a:t>Smaller'</a:t>
            </a:r>
            <a:r>
              <a:rPr lang="en-US" sz="2800" dirty="0">
                <a:solidFill>
                  <a:srgbClr val="FFFF00"/>
                </a:solidFill>
                <a:latin typeface="Courier" charset="0"/>
                <a:ea typeface="Courier" charset="0"/>
                <a:cs typeface="Courier" charset="0"/>
                <a:sym typeface="Cabin"/>
              </a:rPr>
              <a:t>)</a:t>
            </a:r>
            <a:endParaRPr lang="en-US" sz="2800" u="none" strike="noStrike" cap="none" dirty="0">
              <a:solidFill>
                <a:srgbClr val="00FF00"/>
              </a:solidFill>
              <a:latin typeface="Courier" charset="0"/>
              <a:ea typeface="Courier" charset="0"/>
              <a:cs typeface="Courier" charset="0"/>
              <a:sym typeface="Cabin"/>
            </a:endParaRPr>
          </a:p>
          <a:p>
            <a:pPr marL="0" marR="0" lvl="0" indent="0" algn="l" rtl="0">
              <a:lnSpc>
                <a:spcPct val="100000"/>
              </a:lnSpc>
              <a:spcBef>
                <a:spcPts val="0"/>
              </a:spcBef>
              <a:spcAft>
                <a:spcPts val="0"/>
              </a:spcAft>
              <a:buClr>
                <a:srgbClr val="FFFF00"/>
              </a:buClr>
              <a:buSzPct val="25000"/>
              <a:buFont typeface="Cabin"/>
              <a:buNone/>
            </a:pPr>
            <a:r>
              <a:rPr lang="en-US" sz="2800" u="none" strike="noStrike" cap="none" dirty="0">
                <a:solidFill>
                  <a:srgbClr val="FFFF00"/>
                </a:solidFill>
                <a:latin typeface="Courier" charset="0"/>
                <a:ea typeface="Courier" charset="0"/>
                <a:cs typeface="Courier" charset="0"/>
                <a:sym typeface="Cabin"/>
              </a:rPr>
              <a:t>if</a:t>
            </a:r>
            <a:r>
              <a:rPr lang="en-US" sz="2800" u="none" strike="noStrike" cap="none" dirty="0">
                <a:solidFill>
                  <a:srgbClr val="FF7F00"/>
                </a:solidFill>
                <a:latin typeface="Courier" charset="0"/>
                <a:ea typeface="Courier" charset="0"/>
                <a:cs typeface="Courier" charset="0"/>
                <a:sym typeface="Cabin"/>
              </a:rPr>
              <a:t> </a:t>
            </a:r>
            <a:r>
              <a:rPr lang="en-US" sz="2800" u="none" strike="noStrike" cap="none" dirty="0">
                <a:solidFill>
                  <a:srgbClr val="00FF00"/>
                </a:solidFill>
                <a:latin typeface="Courier" charset="0"/>
                <a:ea typeface="Courier" charset="0"/>
                <a:cs typeface="Courier" charset="0"/>
                <a:sym typeface="Cabin"/>
              </a:rPr>
              <a:t>x &gt; 20:</a:t>
            </a:r>
          </a:p>
          <a:p>
            <a:pPr lvl="0">
              <a:buClr>
                <a:srgbClr val="FF7F00"/>
              </a:buClr>
              <a:buSzPct val="25000"/>
            </a:pPr>
            <a:r>
              <a:rPr lang="en-US" sz="2800" u="none" strike="noStrike" cap="none" dirty="0">
                <a:solidFill>
                  <a:srgbClr val="FF7F00"/>
                </a:solidFill>
                <a:latin typeface="Courier" charset="0"/>
                <a:ea typeface="Courier" charset="0"/>
                <a:cs typeface="Courier" charset="0"/>
                <a:sym typeface="Cabin"/>
              </a:rPr>
              <a:t>    </a:t>
            </a:r>
            <a:r>
              <a:rPr lang="en-US" sz="2800" u="none" strike="noStrike" cap="none" dirty="0">
                <a:solidFill>
                  <a:srgbClr val="FFFF00"/>
                </a:solidFill>
                <a:latin typeface="Courier" charset="0"/>
                <a:ea typeface="Courier" charset="0"/>
                <a:cs typeface="Courier" charset="0"/>
                <a:sym typeface="Cabin"/>
              </a:rPr>
              <a:t>print(</a:t>
            </a:r>
            <a:r>
              <a:rPr lang="en-US" sz="2800" u="none" strike="noStrike" cap="none" dirty="0">
                <a:solidFill>
                  <a:srgbClr val="00FF00"/>
                </a:solidFill>
                <a:latin typeface="Courier" charset="0"/>
                <a:ea typeface="Courier" charset="0"/>
                <a:cs typeface="Courier" charset="0"/>
                <a:sym typeface="Cabin"/>
              </a:rPr>
              <a:t>'</a:t>
            </a:r>
            <a:r>
              <a:rPr lang="en-US" sz="2800" dirty="0">
                <a:solidFill>
                  <a:srgbClr val="00FF00"/>
                </a:solidFill>
                <a:latin typeface="Courier" charset="0"/>
                <a:ea typeface="Courier" charset="0"/>
                <a:cs typeface="Courier" charset="0"/>
                <a:sym typeface="Cabin"/>
              </a:rPr>
              <a:t>Bigger'</a:t>
            </a:r>
            <a:r>
              <a:rPr lang="en-US" sz="2800" dirty="0">
                <a:solidFill>
                  <a:srgbClr val="FFFF00"/>
                </a:solidFill>
                <a:latin typeface="Courier" charset="0"/>
                <a:ea typeface="Courier" charset="0"/>
                <a:cs typeface="Courier" charset="0"/>
                <a:sym typeface="Cabin"/>
              </a:rPr>
              <a:t>)</a:t>
            </a:r>
            <a:endParaRPr lang="en-US" sz="2800" u="none" strike="noStrike" cap="none" dirty="0">
              <a:solidFill>
                <a:srgbClr val="00FF00"/>
              </a:solidFill>
              <a:latin typeface="Courier" charset="0"/>
              <a:ea typeface="Courier" charset="0"/>
              <a:cs typeface="Courier" charset="0"/>
              <a:sym typeface="Cabin"/>
            </a:endParaRPr>
          </a:p>
          <a:p>
            <a:pPr marL="0" marR="0" lvl="0" indent="0" algn="ctr" rtl="0">
              <a:lnSpc>
                <a:spcPct val="100000"/>
              </a:lnSpc>
              <a:spcBef>
                <a:spcPts val="0"/>
              </a:spcBef>
              <a:spcAft>
                <a:spcPts val="0"/>
              </a:spcAft>
              <a:buNone/>
            </a:pPr>
            <a:endParaRPr sz="2800" u="none" strike="noStrike" cap="none" dirty="0">
              <a:solidFill>
                <a:srgbClr val="00FF00"/>
              </a:solidFill>
              <a:latin typeface="Courier" charset="0"/>
              <a:ea typeface="Courier" charset="0"/>
              <a:cs typeface="Courier" charset="0"/>
              <a:sym typeface="Cabin"/>
            </a:endParaRPr>
          </a:p>
          <a:p>
            <a:pPr lvl="0">
              <a:buClr>
                <a:srgbClr val="FFFF00"/>
              </a:buClr>
              <a:buSzPct val="25000"/>
            </a:pPr>
            <a:r>
              <a:rPr lang="en-US" sz="2800" dirty="0">
                <a:solidFill>
                  <a:srgbClr val="FFFF00"/>
                </a:solidFill>
                <a:latin typeface="Courier" charset="0"/>
                <a:ea typeface="Courier" charset="0"/>
                <a:cs typeface="Courier" charset="0"/>
                <a:sym typeface="Cabin"/>
              </a:rPr>
              <a:t>p</a:t>
            </a:r>
            <a:r>
              <a:rPr lang="en-US" sz="2800" u="none" strike="noStrike" cap="none" dirty="0">
                <a:solidFill>
                  <a:srgbClr val="FFFF00"/>
                </a:solidFill>
                <a:latin typeface="Courier" charset="0"/>
                <a:ea typeface="Courier" charset="0"/>
                <a:cs typeface="Courier" charset="0"/>
                <a:sym typeface="Cabin"/>
              </a:rPr>
              <a:t>rint(</a:t>
            </a:r>
            <a:r>
              <a:rPr lang="en-US" sz="2800" u="none" strike="noStrike" cap="none" dirty="0">
                <a:solidFill>
                  <a:srgbClr val="00FF00"/>
                </a:solidFill>
                <a:latin typeface="Courier" charset="0"/>
                <a:ea typeface="Courier" charset="0"/>
                <a:cs typeface="Courier" charset="0"/>
                <a:sym typeface="Cabin"/>
              </a:rPr>
              <a:t>'Finis'</a:t>
            </a:r>
            <a:r>
              <a:rPr lang="en-US" sz="2800" dirty="0">
                <a:solidFill>
                  <a:srgbClr val="FFFF00"/>
                </a:solidFill>
                <a:latin typeface="Courier" charset="0"/>
                <a:ea typeface="Courier" charset="0"/>
                <a:cs typeface="Courier" charset="0"/>
                <a:sym typeface="Cabin"/>
              </a:rPr>
              <a:t>)</a:t>
            </a:r>
            <a:endParaRPr lang="en-US" sz="2800" u="none" strike="noStrike" cap="none" dirty="0">
              <a:solidFill>
                <a:srgbClr val="00FF00"/>
              </a:solidFill>
              <a:latin typeface="Courier" charset="0"/>
              <a:ea typeface="Courier" charset="0"/>
              <a:cs typeface="Courier" charset="0"/>
              <a:sym typeface="Cabin"/>
            </a:endParaRPr>
          </a:p>
        </p:txBody>
      </p:sp>
      <p:sp>
        <p:nvSpPr>
          <p:cNvPr id="570" name="Shape 570"/>
          <p:cNvSpPr txBox="1"/>
          <p:nvPr/>
        </p:nvSpPr>
        <p:spPr>
          <a:xfrm>
            <a:off x="1244600" y="977900"/>
            <a:ext cx="2743199" cy="597000"/>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u="none" strike="noStrike" cap="none">
                <a:solidFill>
                  <a:schemeClr val="lt1"/>
                </a:solidFill>
                <a:latin typeface="Arial" charset="0"/>
                <a:ea typeface="Arial" charset="0"/>
                <a:cs typeface="Arial" charset="0"/>
                <a:sym typeface="Cabin"/>
              </a:rPr>
              <a:t>x = 5</a:t>
            </a:r>
          </a:p>
        </p:txBody>
      </p:sp>
      <p:cxnSp>
        <p:nvCxnSpPr>
          <p:cNvPr id="571" name="Shape 571"/>
          <p:cNvCxnSpPr/>
          <p:nvPr/>
        </p:nvCxnSpPr>
        <p:spPr>
          <a:xfrm rot="10800000">
            <a:off x="2597149" y="1560512"/>
            <a:ext cx="14287" cy="566736"/>
          </a:xfrm>
          <a:prstGeom prst="straightConnector1">
            <a:avLst/>
          </a:prstGeom>
          <a:noFill/>
          <a:ln w="76200" cap="rnd" cmpd="sng">
            <a:solidFill>
              <a:srgbClr val="00FFFF"/>
            </a:solidFill>
            <a:prstDash val="solid"/>
            <a:miter/>
            <a:headEnd type="stealth" w="med" len="med"/>
            <a:tailEnd type="none" w="med" len="med"/>
          </a:ln>
        </p:spPr>
      </p:cxnSp>
      <p:cxnSp>
        <p:nvCxnSpPr>
          <p:cNvPr id="572" name="Shape 572"/>
          <p:cNvCxnSpPr>
            <a:endCxn id="569" idx="3"/>
          </p:cNvCxnSpPr>
          <p:nvPr/>
        </p:nvCxnSpPr>
        <p:spPr>
          <a:xfrm flipH="1">
            <a:off x="12334672" y="4948237"/>
            <a:ext cx="1206230" cy="417513"/>
          </a:xfrm>
          <a:prstGeom prst="straightConnector1">
            <a:avLst/>
          </a:prstGeom>
          <a:noFill/>
          <a:ln w="50800" cap="rnd" cmpd="sng">
            <a:solidFill>
              <a:srgbClr val="FFFFFF"/>
            </a:solidFill>
            <a:prstDash val="solid"/>
            <a:miter/>
            <a:headEnd type="stealth" w="med" len="med"/>
            <a:tailEnd type="none" w="med" len="med"/>
          </a:ln>
        </p:spPr>
      </p:cxnSp>
      <p:sp>
        <p:nvSpPr>
          <p:cNvPr id="573" name="Shape 573"/>
          <p:cNvSpPr/>
          <p:nvPr/>
        </p:nvSpPr>
        <p:spPr>
          <a:xfrm>
            <a:off x="1181100" y="2120900"/>
            <a:ext cx="2870200" cy="1270000"/>
          </a:xfrm>
          <a:prstGeom prst="diamond">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a:solidFill>
                  <a:schemeClr val="lt1"/>
                </a:solidFill>
                <a:latin typeface="Arial" charset="0"/>
                <a:ea typeface="Arial" charset="0"/>
                <a:cs typeface="Arial" charset="0"/>
                <a:sym typeface="Cabin"/>
              </a:rPr>
              <a:t>x</a:t>
            </a:r>
            <a:r>
              <a:rPr lang="en-US" sz="3000" u="none" strike="noStrike" cap="none">
                <a:solidFill>
                  <a:schemeClr val="lt1"/>
                </a:solidFill>
                <a:latin typeface="Arial" charset="0"/>
                <a:ea typeface="Arial" charset="0"/>
                <a:cs typeface="Arial" charset="0"/>
                <a:sym typeface="Cabin"/>
              </a:rPr>
              <a:t> &lt; 10 ?</a:t>
            </a:r>
          </a:p>
        </p:txBody>
      </p:sp>
      <p:cxnSp>
        <p:nvCxnSpPr>
          <p:cNvPr id="574" name="Shape 574"/>
          <p:cNvCxnSpPr/>
          <p:nvPr/>
        </p:nvCxnSpPr>
        <p:spPr>
          <a:xfrm rot="10800000">
            <a:off x="2597150" y="3338512"/>
            <a:ext cx="19049" cy="1609725"/>
          </a:xfrm>
          <a:prstGeom prst="straightConnector1">
            <a:avLst/>
          </a:prstGeom>
          <a:noFill/>
          <a:ln w="76200" cap="rnd" cmpd="sng">
            <a:solidFill>
              <a:srgbClr val="00FFFF"/>
            </a:solidFill>
            <a:prstDash val="solid"/>
            <a:miter/>
            <a:headEnd type="stealth" w="med" len="med"/>
            <a:tailEnd type="none" w="med" len="med"/>
          </a:ln>
        </p:spPr>
      </p:cxnSp>
      <p:sp>
        <p:nvSpPr>
          <p:cNvPr id="575" name="Shape 575"/>
          <p:cNvSpPr txBox="1"/>
          <p:nvPr/>
        </p:nvSpPr>
        <p:spPr>
          <a:xfrm>
            <a:off x="3327400" y="3352800"/>
            <a:ext cx="2921000" cy="749299"/>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lvl="0" algn="ctr">
              <a:buClr>
                <a:schemeClr val="lt1"/>
              </a:buClr>
              <a:buSzPct val="25000"/>
            </a:pPr>
            <a:r>
              <a:rPr lang="en-US" sz="3000" u="none" strike="noStrike" cap="none" dirty="0">
                <a:solidFill>
                  <a:schemeClr val="lt1"/>
                </a:solidFill>
                <a:latin typeface="Arial" charset="0"/>
                <a:ea typeface="Arial" charset="0"/>
                <a:cs typeface="Arial" charset="0"/>
                <a:sym typeface="Cabin"/>
              </a:rPr>
              <a:t>print('</a:t>
            </a:r>
            <a:r>
              <a:rPr lang="en-US" sz="3000" dirty="0">
                <a:solidFill>
                  <a:schemeClr val="lt1"/>
                </a:solidFill>
                <a:latin typeface="Arial" charset="0"/>
                <a:ea typeface="Arial" charset="0"/>
                <a:cs typeface="Arial" charset="0"/>
                <a:sym typeface="Cabin"/>
              </a:rPr>
              <a:t>Smaller')</a:t>
            </a:r>
            <a:endParaRPr lang="en-US" sz="3000" u="none" strike="noStrike" cap="none" dirty="0">
              <a:solidFill>
                <a:schemeClr val="lt1"/>
              </a:solidFill>
              <a:latin typeface="Arial" charset="0"/>
              <a:ea typeface="Arial" charset="0"/>
              <a:cs typeface="Arial" charset="0"/>
              <a:sym typeface="Cabin"/>
            </a:endParaRPr>
          </a:p>
        </p:txBody>
      </p:sp>
      <p:cxnSp>
        <p:nvCxnSpPr>
          <p:cNvPr id="576" name="Shape 576"/>
          <p:cNvCxnSpPr/>
          <p:nvPr/>
        </p:nvCxnSpPr>
        <p:spPr>
          <a:xfrm rot="10800000">
            <a:off x="4038599" y="2749549"/>
            <a:ext cx="777875" cy="15875"/>
          </a:xfrm>
          <a:prstGeom prst="straightConnector1">
            <a:avLst/>
          </a:prstGeom>
          <a:noFill/>
          <a:ln w="76200" cap="rnd" cmpd="sng">
            <a:solidFill>
              <a:srgbClr val="00FFFF"/>
            </a:solidFill>
            <a:prstDash val="solid"/>
            <a:miter/>
            <a:headEnd type="none" w="med" len="med"/>
            <a:tailEnd type="none" w="med" len="med"/>
          </a:ln>
        </p:spPr>
      </p:cxnSp>
      <p:cxnSp>
        <p:nvCxnSpPr>
          <p:cNvPr id="577" name="Shape 577"/>
          <p:cNvCxnSpPr/>
          <p:nvPr/>
        </p:nvCxnSpPr>
        <p:spPr>
          <a:xfrm rot="10800000" flipH="1">
            <a:off x="4783137" y="2749550"/>
            <a:ext cx="15875" cy="644524"/>
          </a:xfrm>
          <a:prstGeom prst="straightConnector1">
            <a:avLst/>
          </a:prstGeom>
          <a:noFill/>
          <a:ln w="76200" cap="rnd" cmpd="sng">
            <a:solidFill>
              <a:srgbClr val="00FFFF"/>
            </a:solidFill>
            <a:prstDash val="solid"/>
            <a:miter/>
            <a:headEnd type="stealth" w="med" len="med"/>
            <a:tailEnd type="none" w="med" len="med"/>
          </a:ln>
        </p:spPr>
      </p:cxnSp>
      <p:cxnSp>
        <p:nvCxnSpPr>
          <p:cNvPr id="578" name="Shape 578"/>
          <p:cNvCxnSpPr/>
          <p:nvPr/>
        </p:nvCxnSpPr>
        <p:spPr>
          <a:xfrm flipH="1">
            <a:off x="4783137" y="4087812"/>
            <a:ext cx="15875" cy="314324"/>
          </a:xfrm>
          <a:prstGeom prst="straightConnector1">
            <a:avLst/>
          </a:prstGeom>
          <a:noFill/>
          <a:ln w="76200" cap="rnd" cmpd="sng">
            <a:solidFill>
              <a:srgbClr val="00FFFF"/>
            </a:solidFill>
            <a:prstDash val="solid"/>
            <a:miter/>
            <a:headEnd type="none" w="med" len="med"/>
            <a:tailEnd type="none" w="med" len="med"/>
          </a:ln>
        </p:spPr>
      </p:cxnSp>
      <p:cxnSp>
        <p:nvCxnSpPr>
          <p:cNvPr id="579" name="Shape 579"/>
          <p:cNvCxnSpPr/>
          <p:nvPr/>
        </p:nvCxnSpPr>
        <p:spPr>
          <a:xfrm>
            <a:off x="2649536" y="4419600"/>
            <a:ext cx="2149474" cy="0"/>
          </a:xfrm>
          <a:prstGeom prst="straightConnector1">
            <a:avLst/>
          </a:prstGeom>
          <a:noFill/>
          <a:ln w="76200" cap="rnd" cmpd="sng">
            <a:solidFill>
              <a:srgbClr val="00FFFF"/>
            </a:solidFill>
            <a:prstDash val="solid"/>
            <a:miter/>
            <a:headEnd type="stealth" w="med" len="med"/>
            <a:tailEnd type="none" w="med" len="med"/>
          </a:ln>
        </p:spPr>
      </p:cxnSp>
      <p:sp>
        <p:nvSpPr>
          <p:cNvPr id="580" name="Shape 580"/>
          <p:cNvSpPr/>
          <p:nvPr/>
        </p:nvSpPr>
        <p:spPr>
          <a:xfrm>
            <a:off x="1181100" y="4864100"/>
            <a:ext cx="2870200" cy="1270000"/>
          </a:xfrm>
          <a:prstGeom prst="diamond">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a:solidFill>
                  <a:schemeClr val="lt1"/>
                </a:solidFill>
                <a:latin typeface="Arial" charset="0"/>
                <a:ea typeface="Arial" charset="0"/>
                <a:cs typeface="Arial" charset="0"/>
                <a:sym typeface="Cabin"/>
              </a:rPr>
              <a:t>x</a:t>
            </a:r>
            <a:r>
              <a:rPr lang="en-US" sz="3000" u="none" strike="noStrike" cap="none">
                <a:solidFill>
                  <a:schemeClr val="lt1"/>
                </a:solidFill>
                <a:latin typeface="Arial" charset="0"/>
                <a:ea typeface="Arial" charset="0"/>
                <a:cs typeface="Arial" charset="0"/>
                <a:sym typeface="Cabin"/>
              </a:rPr>
              <a:t> &gt; 20 ?</a:t>
            </a:r>
          </a:p>
        </p:txBody>
      </p:sp>
      <p:cxnSp>
        <p:nvCxnSpPr>
          <p:cNvPr id="581" name="Shape 581"/>
          <p:cNvCxnSpPr/>
          <p:nvPr/>
        </p:nvCxnSpPr>
        <p:spPr>
          <a:xfrm rot="10800000">
            <a:off x="2597150" y="6081711"/>
            <a:ext cx="19049" cy="1609725"/>
          </a:xfrm>
          <a:prstGeom prst="straightConnector1">
            <a:avLst/>
          </a:prstGeom>
          <a:noFill/>
          <a:ln w="76200" cap="rnd" cmpd="sng">
            <a:solidFill>
              <a:srgbClr val="00FFFF"/>
            </a:solidFill>
            <a:prstDash val="solid"/>
            <a:miter/>
            <a:headEnd type="stealth" w="med" len="med"/>
            <a:tailEnd type="none" w="med" len="med"/>
          </a:ln>
        </p:spPr>
      </p:cxnSp>
      <p:sp>
        <p:nvSpPr>
          <p:cNvPr id="582" name="Shape 582"/>
          <p:cNvSpPr txBox="1"/>
          <p:nvPr/>
        </p:nvSpPr>
        <p:spPr>
          <a:xfrm>
            <a:off x="3327400" y="6096000"/>
            <a:ext cx="2921000" cy="749299"/>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lvl="0" algn="ctr">
              <a:buClr>
                <a:schemeClr val="lt1"/>
              </a:buClr>
              <a:buSzPct val="25000"/>
            </a:pPr>
            <a:r>
              <a:rPr lang="en-US" sz="3000" u="none" strike="noStrike" cap="none" dirty="0">
                <a:solidFill>
                  <a:schemeClr val="lt1"/>
                </a:solidFill>
                <a:latin typeface="Arial" charset="0"/>
                <a:ea typeface="Arial" charset="0"/>
                <a:cs typeface="Arial" charset="0"/>
                <a:sym typeface="Cabin"/>
              </a:rPr>
              <a:t>print('</a:t>
            </a:r>
            <a:r>
              <a:rPr lang="en-US" sz="3000" dirty="0">
                <a:solidFill>
                  <a:schemeClr val="lt1"/>
                </a:solidFill>
                <a:latin typeface="Arial" charset="0"/>
                <a:ea typeface="Arial" charset="0"/>
                <a:cs typeface="Arial" charset="0"/>
                <a:sym typeface="Cabin"/>
              </a:rPr>
              <a:t>Bigger')</a:t>
            </a:r>
            <a:endParaRPr lang="en-US" sz="3000" u="none" strike="noStrike" cap="none" dirty="0">
              <a:solidFill>
                <a:schemeClr val="lt1"/>
              </a:solidFill>
              <a:latin typeface="Arial" charset="0"/>
              <a:ea typeface="Arial" charset="0"/>
              <a:cs typeface="Arial" charset="0"/>
              <a:sym typeface="Cabin"/>
            </a:endParaRPr>
          </a:p>
        </p:txBody>
      </p:sp>
      <p:cxnSp>
        <p:nvCxnSpPr>
          <p:cNvPr id="583" name="Shape 583"/>
          <p:cNvCxnSpPr/>
          <p:nvPr/>
        </p:nvCxnSpPr>
        <p:spPr>
          <a:xfrm rot="10800000">
            <a:off x="4038599" y="5492749"/>
            <a:ext cx="777875" cy="15875"/>
          </a:xfrm>
          <a:prstGeom prst="straightConnector1">
            <a:avLst/>
          </a:prstGeom>
          <a:noFill/>
          <a:ln w="76200" cap="rnd" cmpd="sng">
            <a:solidFill>
              <a:srgbClr val="00FFFF"/>
            </a:solidFill>
            <a:prstDash val="solid"/>
            <a:miter/>
            <a:headEnd type="none" w="med" len="med"/>
            <a:tailEnd type="none" w="med" len="med"/>
          </a:ln>
        </p:spPr>
      </p:cxnSp>
      <p:cxnSp>
        <p:nvCxnSpPr>
          <p:cNvPr id="584" name="Shape 584"/>
          <p:cNvCxnSpPr/>
          <p:nvPr/>
        </p:nvCxnSpPr>
        <p:spPr>
          <a:xfrm rot="10800000" flipH="1">
            <a:off x="4783137" y="5492750"/>
            <a:ext cx="15875" cy="644524"/>
          </a:xfrm>
          <a:prstGeom prst="straightConnector1">
            <a:avLst/>
          </a:prstGeom>
          <a:noFill/>
          <a:ln w="76200" cap="rnd" cmpd="sng">
            <a:solidFill>
              <a:srgbClr val="00FFFF"/>
            </a:solidFill>
            <a:prstDash val="solid"/>
            <a:miter/>
            <a:headEnd type="stealth" w="med" len="med"/>
            <a:tailEnd type="none" w="med" len="med"/>
          </a:ln>
        </p:spPr>
      </p:cxnSp>
      <p:cxnSp>
        <p:nvCxnSpPr>
          <p:cNvPr id="585" name="Shape 585"/>
          <p:cNvCxnSpPr/>
          <p:nvPr/>
        </p:nvCxnSpPr>
        <p:spPr>
          <a:xfrm flipH="1">
            <a:off x="4783137" y="6831011"/>
            <a:ext cx="15875" cy="314324"/>
          </a:xfrm>
          <a:prstGeom prst="straightConnector1">
            <a:avLst/>
          </a:prstGeom>
          <a:noFill/>
          <a:ln w="76200" cap="rnd" cmpd="sng">
            <a:solidFill>
              <a:srgbClr val="00FFFF"/>
            </a:solidFill>
            <a:prstDash val="solid"/>
            <a:miter/>
            <a:headEnd type="none" w="med" len="med"/>
            <a:tailEnd type="none" w="med" len="med"/>
          </a:ln>
        </p:spPr>
      </p:cxnSp>
      <p:cxnSp>
        <p:nvCxnSpPr>
          <p:cNvPr id="586" name="Shape 586"/>
          <p:cNvCxnSpPr/>
          <p:nvPr/>
        </p:nvCxnSpPr>
        <p:spPr>
          <a:xfrm>
            <a:off x="2649536" y="7162800"/>
            <a:ext cx="2149474" cy="0"/>
          </a:xfrm>
          <a:prstGeom prst="straightConnector1">
            <a:avLst/>
          </a:prstGeom>
          <a:noFill/>
          <a:ln w="76200" cap="rnd" cmpd="sng">
            <a:solidFill>
              <a:srgbClr val="00FFFF"/>
            </a:solidFill>
            <a:prstDash val="solid"/>
            <a:miter/>
            <a:headEnd type="stealth" w="med" len="med"/>
            <a:tailEnd type="none" w="med" len="med"/>
          </a:ln>
        </p:spPr>
      </p:cxnSp>
      <p:cxnSp>
        <p:nvCxnSpPr>
          <p:cNvPr id="587" name="Shape 587"/>
          <p:cNvCxnSpPr/>
          <p:nvPr/>
        </p:nvCxnSpPr>
        <p:spPr>
          <a:xfrm flipH="1">
            <a:off x="11431588" y="5508625"/>
            <a:ext cx="2109314" cy="1654175"/>
          </a:xfrm>
          <a:prstGeom prst="straightConnector1">
            <a:avLst/>
          </a:prstGeom>
          <a:noFill/>
          <a:ln w="50800" cap="rnd" cmpd="sng">
            <a:solidFill>
              <a:srgbClr val="FFFFFF"/>
            </a:solidFill>
            <a:prstDash val="solid"/>
            <a:miter/>
            <a:headEnd type="stealth" w="med" len="med"/>
            <a:tailEnd type="none" w="med" len="med"/>
          </a:ln>
        </p:spPr>
      </p:cxnSp>
      <p:sp>
        <p:nvSpPr>
          <p:cNvPr id="588" name="Shape 588"/>
          <p:cNvSpPr txBox="1"/>
          <p:nvPr/>
        </p:nvSpPr>
        <p:spPr>
          <a:xfrm>
            <a:off x="1244600" y="7658100"/>
            <a:ext cx="2743199" cy="596900"/>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lvl="0" algn="ctr">
              <a:buClr>
                <a:schemeClr val="lt1"/>
              </a:buClr>
              <a:buSzPct val="25000"/>
            </a:pPr>
            <a:r>
              <a:rPr lang="en-US" sz="3000" u="none" strike="noStrike" cap="none" dirty="0">
                <a:solidFill>
                  <a:schemeClr val="lt1"/>
                </a:solidFill>
                <a:latin typeface="Arial" charset="0"/>
                <a:ea typeface="Arial" charset="0"/>
                <a:cs typeface="Arial" charset="0"/>
                <a:sym typeface="Cabin"/>
              </a:rPr>
              <a:t>print('</a:t>
            </a:r>
            <a:r>
              <a:rPr lang="en-US" sz="3000" dirty="0">
                <a:solidFill>
                  <a:schemeClr val="lt1"/>
                </a:solidFill>
                <a:latin typeface="Arial" charset="0"/>
                <a:ea typeface="Arial" charset="0"/>
                <a:cs typeface="Arial" charset="0"/>
                <a:sym typeface="Cabin"/>
              </a:rPr>
              <a:t>Finis')</a:t>
            </a:r>
            <a:endParaRPr lang="en-US" sz="3000" u="none" strike="noStrike" cap="none" dirty="0">
              <a:solidFill>
                <a:schemeClr val="lt1"/>
              </a:solidFill>
              <a:latin typeface="Arial" charset="0"/>
              <a:ea typeface="Arial" charset="0"/>
              <a:cs typeface="Arial" charset="0"/>
              <a:sym typeface="Cabin"/>
            </a:endParaRPr>
          </a:p>
        </p:txBody>
      </p:sp>
      <p:sp>
        <p:nvSpPr>
          <p:cNvPr id="589" name="Shape 589"/>
          <p:cNvSpPr txBox="1"/>
          <p:nvPr/>
        </p:nvSpPr>
        <p:spPr>
          <a:xfrm>
            <a:off x="4414837" y="2108200"/>
            <a:ext cx="725486" cy="622299"/>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u="none" strike="noStrike" cap="none" dirty="0">
                <a:solidFill>
                  <a:srgbClr val="FFFFFF"/>
                </a:solidFill>
                <a:latin typeface="Arial" charset="0"/>
                <a:ea typeface="Arial" charset="0"/>
                <a:cs typeface="Arial" charset="0"/>
                <a:sym typeface="Cabin"/>
              </a:rPr>
              <a:t>Yes</a:t>
            </a:r>
          </a:p>
        </p:txBody>
      </p:sp>
      <p:sp>
        <p:nvSpPr>
          <p:cNvPr id="590" name="Shape 590"/>
          <p:cNvSpPr txBox="1"/>
          <p:nvPr/>
        </p:nvSpPr>
        <p:spPr>
          <a:xfrm>
            <a:off x="5747875" y="2785050"/>
            <a:ext cx="3657600" cy="457200"/>
          </a:xfrm>
          <a:prstGeom prst="rect">
            <a:avLst/>
          </a:prstGeom>
          <a:noFill/>
          <a:ln>
            <a:noFill/>
          </a:ln>
        </p:spPr>
        <p:txBody>
          <a:bodyPr lIns="91425" tIns="91425" rIns="91425" bIns="91425" anchor="t" anchorCtr="0">
            <a:noAutofit/>
          </a:bodyPr>
          <a:lstStyle/>
          <a:p>
            <a:pPr lvl="0">
              <a:spcBef>
                <a:spcPts val="0"/>
              </a:spcBef>
              <a:buNone/>
            </a:pPr>
            <a:endParaRPr/>
          </a:p>
        </p:txBody>
      </p:sp>
      <p:sp>
        <p:nvSpPr>
          <p:cNvPr id="591" name="Shape 591"/>
          <p:cNvSpPr txBox="1"/>
          <p:nvPr/>
        </p:nvSpPr>
        <p:spPr>
          <a:xfrm>
            <a:off x="1549262" y="6097586"/>
            <a:ext cx="725399" cy="527763"/>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a:solidFill>
                  <a:srgbClr val="FFFFFF"/>
                </a:solidFill>
                <a:latin typeface="Arial" charset="0"/>
                <a:ea typeface="Arial" charset="0"/>
                <a:cs typeface="Arial" charset="0"/>
                <a:sym typeface="Cabin"/>
              </a:rPr>
              <a:t>No</a:t>
            </a:r>
          </a:p>
        </p:txBody>
      </p:sp>
      <p:sp>
        <p:nvSpPr>
          <p:cNvPr id="27" name="Shape 589"/>
          <p:cNvSpPr txBox="1"/>
          <p:nvPr/>
        </p:nvSpPr>
        <p:spPr>
          <a:xfrm>
            <a:off x="4436269" y="4765676"/>
            <a:ext cx="725486" cy="622299"/>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u="none" strike="noStrike" cap="none" dirty="0">
                <a:solidFill>
                  <a:srgbClr val="FFFFFF"/>
                </a:solidFill>
                <a:latin typeface="Arial" charset="0"/>
                <a:ea typeface="Arial" charset="0"/>
                <a:cs typeface="Arial" charset="0"/>
                <a:sym typeface="Cabin"/>
              </a:rPr>
              <a:t>Yes</a:t>
            </a:r>
          </a:p>
        </p:txBody>
      </p:sp>
      <p:sp>
        <p:nvSpPr>
          <p:cNvPr id="28" name="Shape 591"/>
          <p:cNvSpPr txBox="1"/>
          <p:nvPr/>
        </p:nvSpPr>
        <p:spPr>
          <a:xfrm>
            <a:off x="1590537" y="3394076"/>
            <a:ext cx="725399" cy="708023"/>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a:solidFill>
                  <a:srgbClr val="FFFFFF"/>
                </a:solidFill>
                <a:latin typeface="Arial" charset="0"/>
                <a:ea typeface="Arial" charset="0"/>
                <a:cs typeface="Arial" charset="0"/>
                <a:sym typeface="Cabin"/>
              </a:rPr>
              <a:t>No</a:t>
            </a:r>
          </a:p>
        </p:txBody>
      </p:sp>
    </p:spTree>
    <p:extLst>
      <p:ext uri="{BB962C8B-B14F-4D97-AF65-F5344CB8AC3E}">
        <p14:creationId xmlns:p14="http://schemas.microsoft.com/office/powerpoint/2010/main" val="159523350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sp>
        <p:nvSpPr>
          <p:cNvPr id="281" name="Shape 281"/>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7600" u="none" strike="noStrike" cap="none" dirty="0">
                <a:solidFill>
                  <a:srgbClr val="FFD966"/>
                </a:solidFill>
                <a:latin typeface="Arial" charset="0"/>
                <a:ea typeface="Arial" charset="0"/>
                <a:cs typeface="Arial" charset="0"/>
                <a:sym typeface="Cabin"/>
              </a:rPr>
              <a:t>Comparison Operators</a:t>
            </a:r>
          </a:p>
        </p:txBody>
      </p:sp>
      <p:sp>
        <p:nvSpPr>
          <p:cNvPr id="282" name="Shape 282"/>
          <p:cNvSpPr txBox="1">
            <a:spLocks noGrp="1"/>
          </p:cNvSpPr>
          <p:nvPr>
            <p:ph type="body" idx="1"/>
          </p:nvPr>
        </p:nvSpPr>
        <p:spPr>
          <a:xfrm>
            <a:off x="1155700" y="2603501"/>
            <a:ext cx="6444313" cy="5158685"/>
          </a:xfrm>
          <a:prstGeom prst="rect">
            <a:avLst/>
          </a:prstGeom>
          <a:noFill/>
          <a:ln>
            <a:noFill/>
          </a:ln>
        </p:spPr>
        <p:txBody>
          <a:bodyPr lIns="38100" tIns="38100" rIns="38100" bIns="38100" anchor="ctr" anchorCtr="0">
            <a:noAutofit/>
          </a:bodyPr>
          <a:lstStyle/>
          <a:p>
            <a:pPr marL="749300" marR="0" lvl="0" indent="-345694" algn="l" rtl="0">
              <a:lnSpc>
                <a:spcPct val="100000"/>
              </a:lnSpc>
              <a:spcBef>
                <a:spcPts val="0"/>
              </a:spcBef>
              <a:spcAft>
                <a:spcPts val="0"/>
              </a:spcAft>
              <a:buClr>
                <a:srgbClr val="FFFF00"/>
              </a:buClr>
              <a:buSzPct val="100000"/>
              <a:buFont typeface="Cabin"/>
              <a:buChar char="•"/>
            </a:pPr>
            <a:r>
              <a:rPr lang="en-US" sz="2800" u="none" strike="noStrike" cap="none" dirty="0">
                <a:solidFill>
                  <a:srgbClr val="FFFF00"/>
                </a:solidFill>
                <a:latin typeface="Arial" charset="0"/>
                <a:ea typeface="Arial" charset="0"/>
                <a:cs typeface="Arial" charset="0"/>
                <a:sym typeface="Cabin"/>
              </a:rPr>
              <a:t>Boolean expressions </a:t>
            </a:r>
            <a:r>
              <a:rPr lang="en-US" sz="2800" u="none" strike="noStrike" cap="none" dirty="0">
                <a:solidFill>
                  <a:srgbClr val="FFFFFF"/>
                </a:solidFill>
                <a:latin typeface="Arial" charset="0"/>
                <a:ea typeface="Arial" charset="0"/>
                <a:cs typeface="Arial" charset="0"/>
                <a:sym typeface="Cabin"/>
              </a:rPr>
              <a:t>ask a question and produce a Yes or No result which we use to control program flow</a:t>
            </a:r>
          </a:p>
          <a:p>
            <a:pPr marL="749300" marR="0" lvl="0" indent="-345694" algn="l" rtl="0">
              <a:lnSpc>
                <a:spcPct val="100000"/>
              </a:lnSpc>
              <a:spcBef>
                <a:spcPts val="3500"/>
              </a:spcBef>
              <a:spcAft>
                <a:spcPts val="0"/>
              </a:spcAft>
              <a:buClr>
                <a:srgbClr val="FFFF00"/>
              </a:buClr>
              <a:buSzPct val="100000"/>
              <a:buFont typeface="Cabin"/>
              <a:buChar char="•"/>
            </a:pPr>
            <a:r>
              <a:rPr lang="en-US" sz="2800" u="none" strike="noStrike" cap="none" dirty="0">
                <a:solidFill>
                  <a:srgbClr val="FFFF00"/>
                </a:solidFill>
                <a:latin typeface="Arial" charset="0"/>
                <a:ea typeface="Arial" charset="0"/>
                <a:cs typeface="Arial" charset="0"/>
                <a:sym typeface="Cabin"/>
              </a:rPr>
              <a:t>Boolean expressions</a:t>
            </a:r>
            <a:r>
              <a:rPr lang="en-US" sz="2800" u="none" strike="noStrike" cap="none" dirty="0">
                <a:solidFill>
                  <a:srgbClr val="FFFFFF"/>
                </a:solidFill>
                <a:latin typeface="Arial" charset="0"/>
                <a:ea typeface="Arial" charset="0"/>
                <a:cs typeface="Arial" charset="0"/>
                <a:sym typeface="Cabin"/>
              </a:rPr>
              <a:t> using </a:t>
            </a:r>
            <a:r>
              <a:rPr lang="en-US" sz="2800" u="none" strike="noStrike" cap="none" dirty="0">
                <a:solidFill>
                  <a:srgbClr val="00FFFF"/>
                </a:solidFill>
                <a:latin typeface="Arial" charset="0"/>
                <a:ea typeface="Arial" charset="0"/>
                <a:cs typeface="Arial" charset="0"/>
                <a:sym typeface="Cabin"/>
              </a:rPr>
              <a:t>comparison operators</a:t>
            </a:r>
            <a:r>
              <a:rPr lang="en-US" sz="2800" u="none" strike="noStrike" cap="none" dirty="0">
                <a:solidFill>
                  <a:srgbClr val="FFFFFF"/>
                </a:solidFill>
                <a:latin typeface="Arial" charset="0"/>
                <a:ea typeface="Arial" charset="0"/>
                <a:cs typeface="Arial" charset="0"/>
                <a:sym typeface="Cabin"/>
              </a:rPr>
              <a:t> evaluate to True / False or Yes / No</a:t>
            </a:r>
          </a:p>
          <a:p>
            <a:pPr marL="749300" marR="0" lvl="0" indent="-345694" algn="l" rtl="0">
              <a:lnSpc>
                <a:spcPct val="100000"/>
              </a:lnSpc>
              <a:spcBef>
                <a:spcPts val="3500"/>
              </a:spcBef>
              <a:spcAft>
                <a:spcPts val="0"/>
              </a:spcAft>
              <a:buClr>
                <a:srgbClr val="FFFFFF"/>
              </a:buClr>
              <a:buSzPct val="100000"/>
              <a:buFont typeface="Cabin"/>
              <a:buChar char="•"/>
            </a:pPr>
            <a:r>
              <a:rPr lang="en-US" sz="2800" u="none" strike="noStrike" cap="none" dirty="0">
                <a:solidFill>
                  <a:srgbClr val="FFFFFF"/>
                </a:solidFill>
                <a:latin typeface="Arial" charset="0"/>
                <a:ea typeface="Arial" charset="0"/>
                <a:cs typeface="Arial" charset="0"/>
                <a:sym typeface="Cabin"/>
              </a:rPr>
              <a:t>Comparison operators look at variables but do not change the variables</a:t>
            </a:r>
          </a:p>
        </p:txBody>
      </p:sp>
      <p:sp>
        <p:nvSpPr>
          <p:cNvPr id="283" name="Shape 283"/>
          <p:cNvSpPr txBox="1"/>
          <p:nvPr/>
        </p:nvSpPr>
        <p:spPr>
          <a:xfrm>
            <a:off x="4377856" y="7762186"/>
            <a:ext cx="9042900" cy="481483"/>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FF00FF"/>
              </a:buClr>
              <a:buSzPct val="25000"/>
              <a:buFont typeface="Cabin"/>
              <a:buNone/>
            </a:pPr>
            <a:r>
              <a:rPr lang="en-US" sz="2400" u="sng" strike="noStrike" cap="none" dirty="0">
                <a:solidFill>
                  <a:srgbClr val="FFFF00"/>
                </a:solidFill>
                <a:latin typeface="Arial" charset="0"/>
                <a:ea typeface="Arial" charset="0"/>
                <a:cs typeface="Arial" charset="0"/>
                <a:sym typeface="Cabin"/>
                <a:hlinkClick r:id="rId3"/>
              </a:rPr>
              <a:t>http://en.wikipedia.org/wiki/George_Boole</a:t>
            </a:r>
          </a:p>
        </p:txBody>
      </p:sp>
      <p:sp>
        <p:nvSpPr>
          <p:cNvPr id="284" name="Shape 284"/>
          <p:cNvSpPr txBox="1"/>
          <p:nvPr/>
        </p:nvSpPr>
        <p:spPr>
          <a:xfrm>
            <a:off x="8751728" y="6917437"/>
            <a:ext cx="6794231" cy="5132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u="none" strike="noStrike" cap="none" dirty="0">
                <a:solidFill>
                  <a:schemeClr val="lt1"/>
                </a:solidFill>
                <a:latin typeface="Arial" charset="0"/>
                <a:ea typeface="Arial" charset="0"/>
                <a:cs typeface="Arial" charset="0"/>
                <a:sym typeface="Cabin"/>
              </a:rPr>
              <a:t>Remember:  </a:t>
            </a:r>
            <a:r>
              <a:rPr lang="en-US" sz="3000" b="0" i="0" u="none" strike="noStrike" cap="none" dirty="0">
                <a:solidFill>
                  <a:schemeClr val="lt1"/>
                </a:solidFill>
                <a:latin typeface="Arial"/>
                <a:ea typeface="Arial"/>
                <a:cs typeface="Arial"/>
                <a:sym typeface="Arial"/>
              </a:rPr>
              <a:t>“</a:t>
            </a:r>
            <a:r>
              <a:rPr lang="en-US" sz="3000" u="none" strike="noStrike" cap="none" dirty="0">
                <a:solidFill>
                  <a:schemeClr val="lt1"/>
                </a:solidFill>
                <a:latin typeface="Arial" charset="0"/>
                <a:ea typeface="Arial" charset="0"/>
                <a:cs typeface="Arial" charset="0"/>
                <a:sym typeface="Cabin"/>
              </a:rPr>
              <a:t>=</a:t>
            </a:r>
            <a:r>
              <a:rPr lang="en-US" sz="3000" b="0" i="0" u="none" strike="noStrike" cap="none" dirty="0">
                <a:solidFill>
                  <a:schemeClr val="lt1"/>
                </a:solidFill>
                <a:latin typeface="Arial"/>
                <a:ea typeface="Arial"/>
                <a:cs typeface="Arial"/>
                <a:sym typeface="Arial"/>
              </a:rPr>
              <a:t>”</a:t>
            </a:r>
            <a:r>
              <a:rPr lang="en-US" sz="3000" u="none" strike="noStrike" cap="none" dirty="0">
                <a:solidFill>
                  <a:schemeClr val="lt1"/>
                </a:solidFill>
                <a:latin typeface="Arial" charset="0"/>
                <a:ea typeface="Arial" charset="0"/>
                <a:cs typeface="Arial" charset="0"/>
                <a:sym typeface="Cabin"/>
              </a:rPr>
              <a:t> is used for assignment.</a:t>
            </a:r>
          </a:p>
        </p:txBody>
      </p:sp>
      <p:graphicFrame>
        <p:nvGraphicFramePr>
          <p:cNvPr id="285" name="Shape 285"/>
          <p:cNvGraphicFramePr/>
          <p:nvPr>
            <p:extLst/>
          </p:nvPr>
        </p:nvGraphicFramePr>
        <p:xfrm>
          <a:off x="8440443" y="2530257"/>
          <a:ext cx="7105516" cy="3873170"/>
        </p:xfrm>
        <a:graphic>
          <a:graphicData uri="http://schemas.openxmlformats.org/drawingml/2006/table">
            <a:tbl>
              <a:tblPr>
                <a:noFill/>
              </a:tblPr>
              <a:tblGrid>
                <a:gridCol w="2276726">
                  <a:extLst>
                    <a:ext uri="{9D8B030D-6E8A-4147-A177-3AD203B41FA5}">
                      <a16:colId xmlns:a16="http://schemas.microsoft.com/office/drawing/2014/main" val="20000"/>
                    </a:ext>
                  </a:extLst>
                </a:gridCol>
                <a:gridCol w="4828790">
                  <a:extLst>
                    <a:ext uri="{9D8B030D-6E8A-4147-A177-3AD203B41FA5}">
                      <a16:colId xmlns:a16="http://schemas.microsoft.com/office/drawing/2014/main" val="20001"/>
                    </a:ext>
                  </a:extLst>
                </a:gridCol>
              </a:tblGrid>
              <a:tr h="579425">
                <a:tc>
                  <a:txBody>
                    <a:bodyPr/>
                    <a:lstStyle/>
                    <a:p>
                      <a:pPr marL="0" lvl="0" indent="0" algn="ctr" rtl="0">
                        <a:lnSpc>
                          <a:spcPct val="100000"/>
                        </a:lnSpc>
                        <a:spcBef>
                          <a:spcPts val="0"/>
                        </a:spcBef>
                        <a:spcAft>
                          <a:spcPts val="0"/>
                        </a:spcAft>
                        <a:buClr>
                          <a:srgbClr val="00FFFF"/>
                        </a:buClr>
                        <a:buSzPct val="25000"/>
                        <a:buFont typeface="Cabin"/>
                        <a:buNone/>
                      </a:pPr>
                      <a:r>
                        <a:rPr lang="en-US" sz="3300" b="0" i="0" u="none" dirty="0">
                          <a:solidFill>
                            <a:srgbClr val="00FFFF"/>
                          </a:solidFill>
                          <a:latin typeface="Arial" charset="0"/>
                          <a:ea typeface="Arial" charset="0"/>
                          <a:cs typeface="Arial" charset="0"/>
                          <a:sym typeface="Cabin"/>
                        </a:rPr>
                        <a:t>Python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solidFill>
                      <a:srgbClr val="7F7F7F">
                        <a:alpha val="49411"/>
                      </a:srgbClr>
                    </a:solidFill>
                  </a:tcPr>
                </a:tc>
                <a:tc>
                  <a:txBody>
                    <a:bodyPr/>
                    <a:lstStyle/>
                    <a:p>
                      <a:pPr marL="0" lvl="0" indent="0" algn="ctr" rtl="0">
                        <a:lnSpc>
                          <a:spcPct val="100000"/>
                        </a:lnSpc>
                        <a:spcBef>
                          <a:spcPts val="0"/>
                        </a:spcBef>
                        <a:spcAft>
                          <a:spcPts val="0"/>
                        </a:spcAft>
                        <a:buClr>
                          <a:schemeClr val="lt1"/>
                        </a:buClr>
                        <a:buSzPct val="25000"/>
                        <a:buFont typeface="Cabin"/>
                        <a:buNone/>
                      </a:pPr>
                      <a:r>
                        <a:rPr lang="en-US" sz="3300" b="0" i="0" u="none" dirty="0">
                          <a:solidFill>
                            <a:srgbClr val="FFFF00"/>
                          </a:solidFill>
                          <a:latin typeface="Arial" charset="0"/>
                          <a:ea typeface="Arial" charset="0"/>
                          <a:cs typeface="Arial" charset="0"/>
                          <a:sym typeface="Cabin"/>
                        </a:rPr>
                        <a:t>Meaning</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solidFill>
                      <a:srgbClr val="7F7F7F">
                        <a:alpha val="49411"/>
                      </a:srgbClr>
                    </a:solidFill>
                  </a:tcPr>
                </a:tc>
                <a:extLst>
                  <a:ext uri="{0D108BD9-81ED-4DB2-BD59-A6C34878D82A}">
                    <a16:rowId xmlns:a16="http://schemas.microsoft.com/office/drawing/2014/main" val="10000"/>
                  </a:ext>
                </a:extLst>
              </a:tr>
              <a:tr h="54767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dirty="0">
                          <a:solidFill>
                            <a:srgbClr val="00FFFF"/>
                          </a:solidFill>
                          <a:latin typeface="Arial" charset="0"/>
                          <a:ea typeface="Arial" charset="0"/>
                          <a:cs typeface="Arial" charset="0"/>
                          <a:sym typeface="Cabin"/>
                        </a:rPr>
                        <a:t>&lt;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dirty="0">
                          <a:solidFill>
                            <a:schemeClr val="lt1"/>
                          </a:solidFill>
                          <a:latin typeface="Arial" charset="0"/>
                          <a:ea typeface="Arial" charset="0"/>
                          <a:cs typeface="Arial" charset="0"/>
                          <a:sym typeface="Cabin"/>
                        </a:rPr>
                        <a:t>Less than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1"/>
                  </a:ext>
                </a:extLst>
              </a:tr>
              <a:tr h="54927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dirty="0">
                          <a:solidFill>
                            <a:srgbClr val="00FFFF"/>
                          </a:solidFill>
                          <a:latin typeface="Arial" charset="0"/>
                          <a:ea typeface="Arial" charset="0"/>
                          <a:cs typeface="Arial" charset="0"/>
                          <a:sym typeface="Cabin"/>
                        </a:rPr>
                        <a:t>&lt;=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dirty="0">
                          <a:solidFill>
                            <a:schemeClr val="lt1"/>
                          </a:solidFill>
                          <a:latin typeface="Arial" charset="0"/>
                          <a:ea typeface="Arial" charset="0"/>
                          <a:cs typeface="Arial" charset="0"/>
                          <a:sym typeface="Cabin"/>
                        </a:rPr>
                        <a:t>Less than or Equal to</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2"/>
                  </a:ext>
                </a:extLst>
              </a:tr>
              <a:tr h="54927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dirty="0">
                          <a:solidFill>
                            <a:srgbClr val="00FFFF"/>
                          </a:solidFill>
                          <a:latin typeface="Arial" charset="0"/>
                          <a:ea typeface="Arial" charset="0"/>
                          <a:cs typeface="Arial" charset="0"/>
                          <a:sym typeface="Cabin"/>
                        </a:rPr>
                        <a:t> == </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dirty="0">
                          <a:solidFill>
                            <a:schemeClr val="lt1"/>
                          </a:solidFill>
                          <a:latin typeface="Arial" charset="0"/>
                          <a:ea typeface="Arial" charset="0"/>
                          <a:cs typeface="Arial" charset="0"/>
                          <a:sym typeface="Cabin"/>
                        </a:rPr>
                        <a:t>Equal to</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3"/>
                  </a:ext>
                </a:extLst>
              </a:tr>
              <a:tr h="54767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dirty="0">
                          <a:solidFill>
                            <a:srgbClr val="00FFFF"/>
                          </a:solidFill>
                          <a:latin typeface="Arial" charset="0"/>
                          <a:ea typeface="Arial" charset="0"/>
                          <a:cs typeface="Arial" charset="0"/>
                          <a:sym typeface="Cabin"/>
                        </a:rPr>
                        <a:t>&gt;=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dirty="0">
                          <a:solidFill>
                            <a:schemeClr val="lt1"/>
                          </a:solidFill>
                          <a:latin typeface="Arial" charset="0"/>
                          <a:ea typeface="Arial" charset="0"/>
                          <a:cs typeface="Arial" charset="0"/>
                          <a:sym typeface="Cabin"/>
                        </a:rPr>
                        <a:t>Greater than or Equal to</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4"/>
                  </a:ext>
                </a:extLst>
              </a:tr>
              <a:tr h="54927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dirty="0">
                          <a:solidFill>
                            <a:srgbClr val="00FFFF"/>
                          </a:solidFill>
                          <a:latin typeface="Arial" charset="0"/>
                          <a:ea typeface="Arial" charset="0"/>
                          <a:cs typeface="Arial" charset="0"/>
                          <a:sym typeface="Cabin"/>
                        </a:rPr>
                        <a:t>&gt;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dirty="0">
                          <a:solidFill>
                            <a:schemeClr val="lt1"/>
                          </a:solidFill>
                          <a:latin typeface="Arial" charset="0"/>
                          <a:ea typeface="Arial" charset="0"/>
                          <a:cs typeface="Arial" charset="0"/>
                          <a:sym typeface="Cabin"/>
                        </a:rPr>
                        <a:t>Greater than</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5"/>
                  </a:ext>
                </a:extLst>
              </a:tr>
              <a:tr h="547675">
                <a:tc>
                  <a:txBody>
                    <a:bodyPr/>
                    <a:lstStyle/>
                    <a:p>
                      <a:pPr marL="0" lvl="0" indent="0" algn="ctr" rtl="0">
                        <a:lnSpc>
                          <a:spcPct val="100000"/>
                        </a:lnSpc>
                        <a:spcBef>
                          <a:spcPts val="0"/>
                        </a:spcBef>
                        <a:spcAft>
                          <a:spcPts val="0"/>
                        </a:spcAft>
                        <a:buClr>
                          <a:srgbClr val="00FFFF"/>
                        </a:buClr>
                        <a:buSzPct val="25000"/>
                        <a:buFont typeface="Cabin"/>
                        <a:buNone/>
                      </a:pPr>
                      <a:r>
                        <a:rPr lang="en-US" sz="3100" b="0" i="0" u="none" dirty="0">
                          <a:solidFill>
                            <a:srgbClr val="00FFFF"/>
                          </a:solidFill>
                          <a:latin typeface="Arial" charset="0"/>
                          <a:ea typeface="Arial" charset="0"/>
                          <a:cs typeface="Arial" charset="0"/>
                          <a:sym typeface="Cabin"/>
                        </a:rPr>
                        <a:t>!=</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tc>
                  <a:txBody>
                    <a:bodyPr/>
                    <a:lstStyle/>
                    <a:p>
                      <a:pPr marL="0" lvl="0" indent="0" algn="ctr" rtl="0">
                        <a:lnSpc>
                          <a:spcPct val="100000"/>
                        </a:lnSpc>
                        <a:spcBef>
                          <a:spcPts val="0"/>
                        </a:spcBef>
                        <a:spcAft>
                          <a:spcPts val="0"/>
                        </a:spcAft>
                        <a:buClr>
                          <a:schemeClr val="lt1"/>
                        </a:buClr>
                        <a:buSzPct val="25000"/>
                        <a:buFont typeface="Cabin"/>
                        <a:buNone/>
                      </a:pPr>
                      <a:r>
                        <a:rPr lang="en-US" sz="3100" b="0" i="0" u="none" dirty="0">
                          <a:solidFill>
                            <a:schemeClr val="lt1"/>
                          </a:solidFill>
                          <a:latin typeface="Arial" charset="0"/>
                          <a:ea typeface="Arial" charset="0"/>
                          <a:cs typeface="Arial" charset="0"/>
                          <a:sym typeface="Cabin"/>
                        </a:rPr>
                        <a:t>Not equal</a:t>
                      </a:r>
                    </a:p>
                  </a:txBody>
                  <a:tcPr marL="38100" marR="38100" marT="38100" marB="38100" anchor="ctr">
                    <a:lnL w="25400" cap="flat" cmpd="sng">
                      <a:solidFill>
                        <a:srgbClr val="FFFFFF"/>
                      </a:solidFill>
                      <a:prstDash val="solid"/>
                      <a:round/>
                      <a:headEnd type="none" w="med" len="med"/>
                      <a:tailEnd type="none" w="med" len="med"/>
                    </a:lnL>
                    <a:lnR w="25400" cap="flat" cmpd="sng">
                      <a:solidFill>
                        <a:srgbClr val="FFFFFF"/>
                      </a:solidFill>
                      <a:prstDash val="solid"/>
                      <a:round/>
                      <a:headEnd type="none" w="med" len="med"/>
                      <a:tailEnd type="none" w="med" len="med"/>
                    </a:lnR>
                    <a:lnT w="25400" cap="flat" cmpd="sng">
                      <a:solidFill>
                        <a:srgbClr val="FFFFFF"/>
                      </a:solidFill>
                      <a:prstDash val="solid"/>
                      <a:round/>
                      <a:headEnd type="none" w="med" len="med"/>
                      <a:tailEnd type="none" w="med" len="med"/>
                    </a:lnT>
                    <a:lnB w="25400" cap="flat" cmpd="sng">
                      <a:solidFill>
                        <a:srgbClr val="FFFFFF"/>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78092492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Shape 290"/>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Comparison Operators</a:t>
            </a:r>
          </a:p>
        </p:txBody>
      </p:sp>
      <p:sp>
        <p:nvSpPr>
          <p:cNvPr id="291" name="Shape 291"/>
          <p:cNvSpPr txBox="1"/>
          <p:nvPr/>
        </p:nvSpPr>
        <p:spPr>
          <a:xfrm>
            <a:off x="1155700" y="2608285"/>
            <a:ext cx="8797769" cy="5471409"/>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x = 5</a:t>
            </a: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if x == 5 : </a:t>
            </a:r>
          </a:p>
          <a:p>
            <a:pPr lvl="0">
              <a:buClr>
                <a:srgbClr val="00FF00"/>
              </a:buClr>
              <a:buSzPct val="25000"/>
            </a:pPr>
            <a:r>
              <a:rPr lang="en-US" sz="3000" i="0" u="none" strike="noStrike" cap="none" dirty="0">
                <a:solidFill>
                  <a:srgbClr val="00FF00"/>
                </a:solidFill>
                <a:latin typeface="Courier"/>
                <a:ea typeface="Courier"/>
                <a:cs typeface="Courier"/>
                <a:sym typeface="Courier New"/>
              </a:rPr>
              <a:t>    print('Equals 5</a:t>
            </a:r>
            <a:r>
              <a:rPr lang="en-US" sz="3000" dirty="0">
                <a:solidFill>
                  <a:srgbClr val="00FF00"/>
                </a:solidFill>
                <a:latin typeface="Courier"/>
                <a:ea typeface="Courier"/>
                <a:cs typeface="Courier"/>
                <a:sym typeface="Courier New"/>
              </a:rPr>
              <a:t>')</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FF00FF"/>
                </a:solidFill>
                <a:latin typeface="Courier"/>
                <a:ea typeface="Courier"/>
                <a:cs typeface="Courier"/>
                <a:sym typeface="Courier New"/>
              </a:rPr>
              <a:t>if x &gt; 4 : </a:t>
            </a:r>
          </a:p>
          <a:p>
            <a:pPr lvl="0">
              <a:buClr>
                <a:srgbClr val="FF00FF"/>
              </a:buClr>
              <a:buSzPct val="25000"/>
            </a:pPr>
            <a:r>
              <a:rPr lang="en-US" sz="3000" i="0" u="none" strike="noStrike" cap="none" dirty="0">
                <a:solidFill>
                  <a:srgbClr val="FF00FF"/>
                </a:solidFill>
                <a:latin typeface="Courier"/>
                <a:ea typeface="Courier"/>
                <a:cs typeface="Courier"/>
                <a:sym typeface="Courier New"/>
              </a:rPr>
              <a:t>   print('Greater than 4</a:t>
            </a:r>
            <a:r>
              <a:rPr lang="en-US" sz="3000" dirty="0">
                <a:solidFill>
                  <a:srgbClr val="FF00FF"/>
                </a:solidFill>
                <a:latin typeface="Courier"/>
                <a:ea typeface="Courier"/>
                <a:cs typeface="Courier"/>
                <a:sym typeface="Courier New"/>
              </a:rPr>
              <a:t>')</a:t>
            </a:r>
          </a:p>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FF9900"/>
                </a:solidFill>
                <a:latin typeface="Courier"/>
                <a:ea typeface="Courier"/>
                <a:cs typeface="Courier"/>
                <a:sym typeface="Courier New"/>
              </a:rPr>
              <a:t>if  x &gt;= 5 :</a:t>
            </a:r>
          </a:p>
          <a:p>
            <a:pPr lvl="0">
              <a:buClr>
                <a:srgbClr val="FF7F00"/>
              </a:buClr>
              <a:buSzPct val="25000"/>
            </a:pPr>
            <a:r>
              <a:rPr lang="en-US" sz="3000" i="0" u="none" strike="noStrike" cap="none" dirty="0">
                <a:solidFill>
                  <a:srgbClr val="FF9900"/>
                </a:solidFill>
                <a:latin typeface="Courier"/>
                <a:ea typeface="Courier"/>
                <a:cs typeface="Courier"/>
                <a:sym typeface="Courier New"/>
              </a:rPr>
              <a:t>    print('Greater than or Equals 5</a:t>
            </a:r>
            <a:r>
              <a:rPr lang="en-US" sz="3000" dirty="0">
                <a:solidFill>
                  <a:srgbClr val="FF9900"/>
                </a:solidFill>
                <a:latin typeface="Courier"/>
                <a:ea typeface="Courier"/>
                <a:cs typeface="Courier"/>
                <a:sym typeface="Courier New"/>
              </a:rPr>
              <a:t>')</a:t>
            </a:r>
            <a:endParaRPr lang="en-US" sz="3000" i="0" u="none" strike="noStrike" cap="none" dirty="0">
              <a:solidFill>
                <a:srgbClr val="FF9900"/>
              </a:solidFill>
              <a:latin typeface="Courier"/>
              <a:ea typeface="Courier"/>
              <a:cs typeface="Courier"/>
              <a:sym typeface="Courier New"/>
            </a:endParaRPr>
          </a:p>
          <a:p>
            <a:pPr lvl="0">
              <a:buClr>
                <a:srgbClr val="FF0000"/>
              </a:buClr>
              <a:buSzPct val="25000"/>
            </a:pPr>
            <a:r>
              <a:rPr lang="en-US" sz="3000" i="0" u="none" strike="noStrike" cap="none" dirty="0">
                <a:solidFill>
                  <a:srgbClr val="D9D9D9"/>
                </a:solidFill>
                <a:latin typeface="Courier"/>
                <a:ea typeface="Courier"/>
                <a:cs typeface="Courier"/>
                <a:sym typeface="Courier New"/>
              </a:rPr>
              <a:t>if x &lt; 6 : print('Less than 6</a:t>
            </a:r>
            <a:r>
              <a:rPr lang="en-US" sz="3000" dirty="0">
                <a:solidFill>
                  <a:srgbClr val="D9D9D9"/>
                </a:solidFill>
                <a:latin typeface="Courier"/>
                <a:ea typeface="Courier"/>
                <a:cs typeface="Courier"/>
                <a:sym typeface="Courier New"/>
              </a:rPr>
              <a:t>') </a:t>
            </a:r>
            <a:endParaRPr lang="en-US" sz="3000" i="0" u="none" strike="noStrike" cap="none" dirty="0">
              <a:solidFill>
                <a:srgbClr val="D9D9D9"/>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if x &lt;= 5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print('Less than or Equals 5</a:t>
            </a:r>
            <a:r>
              <a:rPr lang="en-US" sz="3000" dirty="0">
                <a:solidFill>
                  <a:srgbClr val="FFFF00"/>
                </a:solidFill>
                <a:latin typeface="Courier"/>
                <a:ea typeface="Courier"/>
                <a:cs typeface="Courier"/>
                <a:sym typeface="Courier New"/>
              </a:rPr>
              <a:t>')</a:t>
            </a:r>
          </a:p>
          <a:p>
            <a:pPr marL="0" marR="0" lvl="0" indent="0" algn="l" rtl="0">
              <a:lnSpc>
                <a:spcPct val="100000"/>
              </a:lnSpc>
              <a:spcBef>
                <a:spcPts val="0"/>
              </a:spcBef>
              <a:spcAft>
                <a:spcPts val="0"/>
              </a:spcAft>
              <a:buClr>
                <a:srgbClr val="00FFFF"/>
              </a:buClr>
              <a:buSzPct val="25000"/>
              <a:buFont typeface="Cabin"/>
              <a:buNone/>
            </a:pPr>
            <a:r>
              <a:rPr lang="en-US" sz="3000" i="0" u="none" strike="noStrike" cap="none" dirty="0">
                <a:solidFill>
                  <a:srgbClr val="00FFFF"/>
                </a:solidFill>
                <a:latin typeface="Courier"/>
                <a:ea typeface="Courier"/>
                <a:cs typeface="Courier"/>
                <a:sym typeface="Courier New"/>
              </a:rPr>
              <a:t>if x != 6 :</a:t>
            </a:r>
          </a:p>
          <a:p>
            <a:pPr lvl="0">
              <a:buClr>
                <a:srgbClr val="00FFFF"/>
              </a:buClr>
              <a:buSzPct val="25000"/>
            </a:pPr>
            <a:r>
              <a:rPr lang="en-US" sz="3000" i="0" u="none" strike="noStrike" cap="none" dirty="0">
                <a:solidFill>
                  <a:srgbClr val="00FFFF"/>
                </a:solidFill>
                <a:latin typeface="Courier"/>
                <a:ea typeface="Courier"/>
                <a:cs typeface="Courier"/>
                <a:sym typeface="Courier New"/>
              </a:rPr>
              <a:t>    print('Not equal 6</a:t>
            </a:r>
            <a:r>
              <a:rPr lang="en-US" sz="3000" dirty="0">
                <a:solidFill>
                  <a:srgbClr val="00FFFF"/>
                </a:solidFill>
                <a:latin typeface="Courier"/>
                <a:ea typeface="Courier"/>
                <a:cs typeface="Courier"/>
                <a:sym typeface="Courier New"/>
              </a:rPr>
              <a:t>')</a:t>
            </a:r>
            <a:endParaRPr lang="en-US" sz="3000" i="0" u="none" strike="noStrike" cap="none" dirty="0">
              <a:solidFill>
                <a:srgbClr val="00FFFF"/>
              </a:solidFill>
              <a:latin typeface="Courier"/>
              <a:ea typeface="Courier"/>
              <a:cs typeface="Courier"/>
              <a:sym typeface="Courier New"/>
            </a:endParaRPr>
          </a:p>
        </p:txBody>
      </p:sp>
      <p:sp>
        <p:nvSpPr>
          <p:cNvPr id="292" name="Shape 292"/>
          <p:cNvSpPr txBox="1"/>
          <p:nvPr/>
        </p:nvSpPr>
        <p:spPr>
          <a:xfrm>
            <a:off x="10513900" y="2985796"/>
            <a:ext cx="5240762" cy="5202861"/>
          </a:xfrm>
          <a:prstGeom prst="rect">
            <a:avLst/>
          </a:prstGeom>
          <a:noFill/>
          <a:ln>
            <a:noFill/>
          </a:ln>
        </p:spPr>
        <p:txBody>
          <a:bodyPr lIns="0" tIns="0" rIns="0" bIns="0" anchor="ctr" anchorCtr="0">
            <a:noAutofit/>
          </a:bodyPr>
          <a:lstStyle/>
          <a:p>
            <a:pPr marL="0" marR="0" lvl="0" indent="0" algn="l" rtl="0">
              <a:lnSpc>
                <a:spcPct val="150000"/>
              </a:lnSpc>
              <a:spcBef>
                <a:spcPts val="0"/>
              </a:spcBef>
              <a:spcAft>
                <a:spcPts val="0"/>
              </a:spcAft>
              <a:buClr>
                <a:srgbClr val="00FF00"/>
              </a:buClr>
              <a:buSzPct val="25000"/>
              <a:buFont typeface="Cabin"/>
              <a:buNone/>
            </a:pPr>
            <a:r>
              <a:rPr lang="en-US" sz="3600" u="none" strike="noStrike" cap="none" dirty="0">
                <a:solidFill>
                  <a:srgbClr val="00FF00"/>
                </a:solidFill>
                <a:latin typeface="Arial" charset="0"/>
                <a:ea typeface="Arial" charset="0"/>
                <a:cs typeface="Arial" charset="0"/>
                <a:sym typeface="Cabin"/>
              </a:rPr>
              <a:t>Equals 5</a:t>
            </a:r>
          </a:p>
          <a:p>
            <a:pPr marL="0" marR="0" lvl="0" indent="0" algn="l" rtl="0">
              <a:lnSpc>
                <a:spcPct val="150000"/>
              </a:lnSpc>
              <a:spcBef>
                <a:spcPts val="0"/>
              </a:spcBef>
              <a:spcAft>
                <a:spcPts val="0"/>
              </a:spcAft>
              <a:buClr>
                <a:srgbClr val="FF00FF"/>
              </a:buClr>
              <a:buSzPct val="25000"/>
              <a:buFont typeface="Cabin"/>
              <a:buNone/>
            </a:pPr>
            <a:r>
              <a:rPr lang="en-US" sz="3600" u="none" strike="noStrike" cap="none" dirty="0">
                <a:solidFill>
                  <a:srgbClr val="FF00FF"/>
                </a:solidFill>
                <a:latin typeface="Arial" charset="0"/>
                <a:ea typeface="Arial" charset="0"/>
                <a:cs typeface="Arial" charset="0"/>
                <a:sym typeface="Cabin"/>
              </a:rPr>
              <a:t>Greater than 4</a:t>
            </a:r>
          </a:p>
          <a:p>
            <a:pPr marL="0" marR="0" lvl="0" indent="0" algn="l" rtl="0">
              <a:lnSpc>
                <a:spcPct val="150000"/>
              </a:lnSpc>
              <a:spcBef>
                <a:spcPts val="0"/>
              </a:spcBef>
              <a:spcAft>
                <a:spcPts val="0"/>
              </a:spcAft>
              <a:buClr>
                <a:srgbClr val="FF7F00"/>
              </a:buClr>
              <a:buSzPct val="25000"/>
              <a:buFont typeface="Cabin"/>
              <a:buNone/>
            </a:pPr>
            <a:r>
              <a:rPr lang="en-US" sz="3600" u="none" strike="noStrike" cap="none" dirty="0">
                <a:solidFill>
                  <a:srgbClr val="FF9900"/>
                </a:solidFill>
                <a:latin typeface="Arial" charset="0"/>
                <a:ea typeface="Arial" charset="0"/>
                <a:cs typeface="Arial" charset="0"/>
                <a:sym typeface="Cabin"/>
              </a:rPr>
              <a:t>Greater than or Equals 5</a:t>
            </a:r>
          </a:p>
          <a:p>
            <a:pPr marL="0" marR="0" lvl="0" indent="0" algn="l" rtl="0">
              <a:lnSpc>
                <a:spcPct val="150000"/>
              </a:lnSpc>
              <a:spcBef>
                <a:spcPts val="0"/>
              </a:spcBef>
              <a:spcAft>
                <a:spcPts val="0"/>
              </a:spcAft>
              <a:buClr>
                <a:srgbClr val="FF0000"/>
              </a:buClr>
              <a:buSzPct val="25000"/>
              <a:buFont typeface="Cabin"/>
              <a:buNone/>
            </a:pPr>
            <a:r>
              <a:rPr lang="en-US" sz="3600" u="none" strike="noStrike" cap="none" dirty="0">
                <a:solidFill>
                  <a:srgbClr val="CCCCCC"/>
                </a:solidFill>
                <a:latin typeface="Arial" charset="0"/>
                <a:ea typeface="Arial" charset="0"/>
                <a:cs typeface="Arial" charset="0"/>
                <a:sym typeface="Cabin"/>
              </a:rPr>
              <a:t>Less than 6</a:t>
            </a:r>
          </a:p>
          <a:p>
            <a:pPr marL="0" marR="0" lvl="0" indent="0" algn="l" rtl="0">
              <a:lnSpc>
                <a:spcPct val="150000"/>
              </a:lnSpc>
              <a:spcBef>
                <a:spcPts val="0"/>
              </a:spcBef>
              <a:spcAft>
                <a:spcPts val="0"/>
              </a:spcAft>
              <a:buClr>
                <a:srgbClr val="FFFF00"/>
              </a:buClr>
              <a:buSzPct val="25000"/>
              <a:buFont typeface="Cabin"/>
              <a:buNone/>
            </a:pPr>
            <a:r>
              <a:rPr lang="en-US" sz="3600" u="none" strike="noStrike" cap="none" dirty="0">
                <a:solidFill>
                  <a:srgbClr val="FFFF00"/>
                </a:solidFill>
                <a:latin typeface="Arial" charset="0"/>
                <a:ea typeface="Arial" charset="0"/>
                <a:cs typeface="Arial" charset="0"/>
                <a:sym typeface="Cabin"/>
              </a:rPr>
              <a:t>Less than or Equals 5</a:t>
            </a:r>
          </a:p>
          <a:p>
            <a:pPr marL="0" marR="0" lvl="0" indent="0" algn="l" rtl="0">
              <a:lnSpc>
                <a:spcPct val="150000"/>
              </a:lnSpc>
              <a:spcBef>
                <a:spcPts val="0"/>
              </a:spcBef>
              <a:spcAft>
                <a:spcPts val="0"/>
              </a:spcAft>
              <a:buClr>
                <a:srgbClr val="00FFFF"/>
              </a:buClr>
              <a:buSzPct val="25000"/>
              <a:buFont typeface="Cabin"/>
              <a:buNone/>
            </a:pPr>
            <a:r>
              <a:rPr lang="en-US" sz="3600" u="none" strike="noStrike" cap="none" dirty="0">
                <a:solidFill>
                  <a:srgbClr val="00FFFF"/>
                </a:solidFill>
                <a:latin typeface="Arial" charset="0"/>
                <a:ea typeface="Arial" charset="0"/>
                <a:cs typeface="Arial" charset="0"/>
                <a:sym typeface="Cabin"/>
              </a:rPr>
              <a:t>Not equal 6</a:t>
            </a:r>
          </a:p>
        </p:txBody>
      </p:sp>
    </p:spTree>
    <p:extLst>
      <p:ext uri="{BB962C8B-B14F-4D97-AF65-F5344CB8AC3E}">
        <p14:creationId xmlns:p14="http://schemas.microsoft.com/office/powerpoint/2010/main" val="177140665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97"/>
        <p:cNvGrpSpPr/>
        <p:nvPr/>
      </p:nvGrpSpPr>
      <p:grpSpPr>
        <a:xfrm>
          <a:off x="0" y="0"/>
          <a:ext cx="0" cy="0"/>
          <a:chOff x="0" y="0"/>
          <a:chExt cx="0" cy="0"/>
        </a:xfrm>
      </p:grpSpPr>
      <p:sp>
        <p:nvSpPr>
          <p:cNvPr id="298" name="Shape 298"/>
          <p:cNvSpPr txBox="1">
            <a:spLocks noGrp="1"/>
          </p:cNvSpPr>
          <p:nvPr>
            <p:ph type="title"/>
          </p:nvPr>
        </p:nvSpPr>
        <p:spPr>
          <a:xfrm>
            <a:off x="2028825" y="564876"/>
            <a:ext cx="9515632" cy="10705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6600" u="none" strike="noStrike" cap="none" dirty="0">
                <a:solidFill>
                  <a:srgbClr val="FFD966"/>
                </a:solidFill>
                <a:latin typeface="Arial" charset="0"/>
                <a:ea typeface="Arial" charset="0"/>
                <a:cs typeface="Arial" charset="0"/>
                <a:sym typeface="Cabin"/>
              </a:rPr>
              <a:t>One-Way Decisions</a:t>
            </a:r>
          </a:p>
        </p:txBody>
      </p:sp>
      <p:sp>
        <p:nvSpPr>
          <p:cNvPr id="299" name="Shape 299"/>
          <p:cNvSpPr txBox="1"/>
          <p:nvPr/>
        </p:nvSpPr>
        <p:spPr>
          <a:xfrm>
            <a:off x="631900" y="1543987"/>
            <a:ext cx="5712000" cy="6505732"/>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200" i="0" u="none" strike="noStrike" cap="none" dirty="0">
                <a:solidFill>
                  <a:schemeClr val="lt1"/>
                </a:solidFill>
                <a:latin typeface="Courier"/>
                <a:ea typeface="Courier"/>
                <a:cs typeface="Courier"/>
                <a:sym typeface="Courier New"/>
              </a:rPr>
              <a:t>x = 5</a:t>
            </a:r>
          </a:p>
          <a:p>
            <a:pPr lvl="0">
              <a:buClr>
                <a:srgbClr val="FF7F00"/>
              </a:buClr>
              <a:buSzPct val="25000"/>
            </a:pPr>
            <a:r>
              <a:rPr lang="en-US" sz="3200" i="0" u="none" strike="noStrike" cap="none" dirty="0">
                <a:solidFill>
                  <a:srgbClr val="FF9900"/>
                </a:solidFill>
                <a:latin typeface="Courier"/>
                <a:ea typeface="Courier"/>
                <a:cs typeface="Courier"/>
                <a:sym typeface="Courier New"/>
              </a:rPr>
              <a:t>print('Before 5</a:t>
            </a:r>
            <a:r>
              <a:rPr lang="en-US" sz="3200" dirty="0">
                <a:solidFill>
                  <a:srgbClr val="FF9900"/>
                </a:solidFill>
                <a:latin typeface="Courier"/>
                <a:ea typeface="Courier"/>
                <a:cs typeface="Courier"/>
                <a:sym typeface="Courier New"/>
              </a:rPr>
              <a:t>')</a:t>
            </a:r>
          </a:p>
          <a:p>
            <a:pPr marL="0" marR="0" lvl="0" indent="0" algn="l" rtl="0">
              <a:lnSpc>
                <a:spcPct val="100000"/>
              </a:lnSpc>
              <a:spcBef>
                <a:spcPts val="0"/>
              </a:spcBef>
              <a:spcAft>
                <a:spcPts val="0"/>
              </a:spcAft>
              <a:buClr>
                <a:srgbClr val="FF00FF"/>
              </a:buClr>
              <a:buSzPct val="25000"/>
              <a:buFont typeface="Cabin"/>
              <a:buNone/>
            </a:pPr>
            <a:r>
              <a:rPr lang="en-US" sz="3200" i="0" u="none" strike="noStrike" cap="none" dirty="0">
                <a:solidFill>
                  <a:srgbClr val="00FFFF"/>
                </a:solidFill>
                <a:latin typeface="Courier"/>
                <a:ea typeface="Courier"/>
                <a:cs typeface="Courier"/>
                <a:sym typeface="Courier New"/>
              </a:rPr>
              <a:t>if  x == 5 :</a:t>
            </a:r>
          </a:p>
          <a:p>
            <a:pPr lvl="0">
              <a:buClr>
                <a:srgbClr val="FF00FF"/>
              </a:buClr>
              <a:buSzPct val="25000"/>
            </a:pPr>
            <a:r>
              <a:rPr lang="en-US" sz="3200" i="0" u="none" strike="noStrike" cap="none" dirty="0">
                <a:solidFill>
                  <a:srgbClr val="00FFFF"/>
                </a:solidFill>
                <a:latin typeface="Courier"/>
                <a:ea typeface="Courier"/>
                <a:cs typeface="Courier"/>
                <a:sym typeface="Courier New"/>
              </a:rPr>
              <a:t>    print('Is 5</a:t>
            </a:r>
            <a:r>
              <a:rPr lang="en-US" sz="3200" dirty="0">
                <a:solidFill>
                  <a:srgbClr val="00FFFF"/>
                </a:solidFill>
                <a:latin typeface="Courier"/>
                <a:ea typeface="Courier"/>
                <a:cs typeface="Courier"/>
                <a:sym typeface="Courier New"/>
              </a:rPr>
              <a:t>')</a:t>
            </a:r>
          </a:p>
          <a:p>
            <a:pPr lvl="0">
              <a:buClr>
                <a:srgbClr val="FF00FF"/>
              </a:buClr>
              <a:buSzPct val="25000"/>
            </a:pPr>
            <a:r>
              <a:rPr lang="en-US" sz="3200" i="0" u="none" strike="noStrike" cap="none" dirty="0">
                <a:solidFill>
                  <a:srgbClr val="00FFFF"/>
                </a:solidFill>
                <a:latin typeface="Courier"/>
                <a:ea typeface="Courier"/>
                <a:cs typeface="Courier"/>
                <a:sym typeface="Courier New"/>
              </a:rPr>
              <a:t>    print('Is Still 5</a:t>
            </a:r>
            <a:r>
              <a:rPr lang="en-US" sz="3200" dirty="0">
                <a:solidFill>
                  <a:srgbClr val="00FFFF"/>
                </a:solidFill>
                <a:latin typeface="Courier"/>
                <a:ea typeface="Courier"/>
                <a:cs typeface="Courier"/>
                <a:sym typeface="Courier New"/>
              </a:rPr>
              <a:t>')</a:t>
            </a:r>
          </a:p>
          <a:p>
            <a:pPr lvl="0">
              <a:buClr>
                <a:srgbClr val="FF00FF"/>
              </a:buClr>
              <a:buSzPct val="25000"/>
            </a:pPr>
            <a:r>
              <a:rPr lang="en-US" sz="3200" i="0" u="none" strike="noStrike" cap="none" dirty="0">
                <a:solidFill>
                  <a:srgbClr val="00FFFF"/>
                </a:solidFill>
                <a:latin typeface="Courier"/>
                <a:ea typeface="Courier"/>
                <a:cs typeface="Courier"/>
                <a:sym typeface="Courier New"/>
              </a:rPr>
              <a:t>    print('Third 5</a:t>
            </a:r>
            <a:r>
              <a:rPr lang="en-US" sz="3200" dirty="0">
                <a:solidFill>
                  <a:srgbClr val="00FFFF"/>
                </a:solidFill>
                <a:latin typeface="Courier"/>
                <a:ea typeface="Courier"/>
                <a:cs typeface="Courier"/>
                <a:sym typeface="Courier New"/>
              </a:rPr>
              <a:t>')</a:t>
            </a:r>
          </a:p>
          <a:p>
            <a:pPr lvl="0">
              <a:buClr>
                <a:srgbClr val="FF7F00"/>
              </a:buClr>
              <a:buSzPct val="25000"/>
            </a:pPr>
            <a:r>
              <a:rPr lang="en-US" sz="3200" i="0" u="none" strike="noStrike" cap="none" dirty="0">
                <a:solidFill>
                  <a:srgbClr val="FF9900"/>
                </a:solidFill>
                <a:latin typeface="Courier"/>
                <a:ea typeface="Courier"/>
                <a:cs typeface="Courier"/>
                <a:sym typeface="Courier New"/>
              </a:rPr>
              <a:t>print('Afterwards </a:t>
            </a:r>
            <a:r>
              <a:rPr lang="en-US" sz="3200" dirty="0">
                <a:solidFill>
                  <a:srgbClr val="FF9900"/>
                </a:solidFill>
                <a:latin typeface="Courier"/>
                <a:ea typeface="Courier"/>
                <a:cs typeface="Courier"/>
                <a:sym typeface="Courier New"/>
              </a:rPr>
              <a:t>5')</a:t>
            </a:r>
            <a:endParaRPr lang="en-US" sz="3200" i="0" u="none" strike="noStrike" cap="none" dirty="0">
              <a:solidFill>
                <a:srgbClr val="FF9900"/>
              </a:solidFill>
              <a:latin typeface="Courier"/>
              <a:ea typeface="Courier"/>
              <a:cs typeface="Courier"/>
              <a:sym typeface="Courier New"/>
            </a:endParaRPr>
          </a:p>
          <a:p>
            <a:pPr lvl="0">
              <a:buClr>
                <a:srgbClr val="FF7F00"/>
              </a:buClr>
              <a:buSzPct val="25000"/>
            </a:pPr>
            <a:r>
              <a:rPr lang="en-US" sz="3200" dirty="0">
                <a:solidFill>
                  <a:srgbClr val="FF9900"/>
                </a:solidFill>
                <a:latin typeface="Courier"/>
                <a:ea typeface="Courier"/>
                <a:cs typeface="Courier"/>
                <a:sym typeface="Courier New"/>
              </a:rPr>
              <a:t>p</a:t>
            </a:r>
            <a:r>
              <a:rPr lang="en-US" sz="3200" i="0" u="none" strike="noStrike" cap="none" dirty="0">
                <a:solidFill>
                  <a:srgbClr val="FF9900"/>
                </a:solidFill>
                <a:latin typeface="Courier"/>
                <a:ea typeface="Courier"/>
                <a:cs typeface="Courier"/>
                <a:sym typeface="Courier New"/>
              </a:rPr>
              <a:t>rint('Before </a:t>
            </a:r>
            <a:r>
              <a:rPr lang="en-US" sz="3200" dirty="0">
                <a:solidFill>
                  <a:srgbClr val="FF9900"/>
                </a:solidFill>
                <a:latin typeface="Courier"/>
                <a:ea typeface="Courier"/>
                <a:cs typeface="Courier"/>
                <a:sym typeface="Courier New"/>
              </a:rPr>
              <a:t>6')</a:t>
            </a:r>
            <a:endParaRPr lang="en-US" sz="3200" i="0" u="none" strike="noStrike" cap="none" dirty="0">
              <a:solidFill>
                <a:srgbClr val="FF9900"/>
              </a:solidFill>
              <a:latin typeface="Courier"/>
              <a:ea typeface="Courier"/>
              <a:cs typeface="Courier"/>
              <a:sym typeface="Courier New"/>
            </a:endParaRPr>
          </a:p>
          <a:p>
            <a:pPr marL="0" marR="0" lvl="0" indent="0" algn="l" rtl="0">
              <a:lnSpc>
                <a:spcPct val="100000"/>
              </a:lnSpc>
              <a:spcBef>
                <a:spcPts val="0"/>
              </a:spcBef>
              <a:spcAft>
                <a:spcPts val="0"/>
              </a:spcAft>
              <a:buClr>
                <a:srgbClr val="00FF00"/>
              </a:buClr>
              <a:buSzPct val="25000"/>
              <a:buFont typeface="Cabin"/>
              <a:buNone/>
            </a:pPr>
            <a:r>
              <a:rPr lang="en-US" sz="3200" i="0" u="none" strike="noStrike" cap="none" dirty="0">
                <a:solidFill>
                  <a:srgbClr val="00FF00"/>
                </a:solidFill>
                <a:latin typeface="Courier"/>
                <a:ea typeface="Courier"/>
                <a:cs typeface="Courier"/>
                <a:sym typeface="Courier New"/>
              </a:rPr>
              <a:t>if x == 6 :</a:t>
            </a:r>
          </a:p>
          <a:p>
            <a:pPr lvl="0">
              <a:buClr>
                <a:srgbClr val="00FF00"/>
              </a:buClr>
              <a:buSzPct val="25000"/>
            </a:pPr>
            <a:r>
              <a:rPr lang="en-US" sz="3200" i="0" u="none" strike="noStrike" cap="none" dirty="0">
                <a:solidFill>
                  <a:srgbClr val="00FF00"/>
                </a:solidFill>
                <a:latin typeface="Courier"/>
                <a:ea typeface="Courier"/>
                <a:cs typeface="Courier"/>
                <a:sym typeface="Courier New"/>
              </a:rPr>
              <a:t>    print('Is </a:t>
            </a:r>
            <a:r>
              <a:rPr lang="en-US" sz="3200" dirty="0">
                <a:solidFill>
                  <a:srgbClr val="00FF00"/>
                </a:solidFill>
                <a:latin typeface="Courier"/>
                <a:ea typeface="Courier"/>
                <a:cs typeface="Courier"/>
                <a:sym typeface="Courier New"/>
              </a:rPr>
              <a:t>6')</a:t>
            </a:r>
            <a:endParaRPr lang="en-US" sz="3200" dirty="0">
              <a:solidFill>
                <a:schemeClr val="accent1"/>
              </a:solidFill>
              <a:latin typeface="Courier"/>
              <a:ea typeface="Courier"/>
              <a:cs typeface="Courier"/>
              <a:sym typeface="Courier New"/>
            </a:endParaRPr>
          </a:p>
          <a:p>
            <a:pPr lvl="0">
              <a:buClr>
                <a:srgbClr val="00FF00"/>
              </a:buClr>
              <a:buSzPct val="25000"/>
            </a:pPr>
            <a:r>
              <a:rPr lang="en-US" sz="3200" i="0" u="none" strike="noStrike" cap="none" dirty="0">
                <a:solidFill>
                  <a:srgbClr val="00FF00"/>
                </a:solidFill>
                <a:latin typeface="Courier"/>
                <a:ea typeface="Courier"/>
                <a:cs typeface="Courier"/>
                <a:sym typeface="Courier New"/>
              </a:rPr>
              <a:t>    print('Is Still </a:t>
            </a:r>
            <a:r>
              <a:rPr lang="en-US" sz="3200" dirty="0">
                <a:solidFill>
                  <a:srgbClr val="00FF00"/>
                </a:solidFill>
                <a:latin typeface="Courier"/>
                <a:ea typeface="Courier"/>
                <a:cs typeface="Courier"/>
                <a:sym typeface="Courier New"/>
              </a:rPr>
              <a:t>6')</a:t>
            </a:r>
            <a:endParaRPr lang="en-US" sz="3200" dirty="0">
              <a:solidFill>
                <a:schemeClr val="accent1"/>
              </a:solidFill>
              <a:latin typeface="Courier"/>
              <a:ea typeface="Courier"/>
              <a:cs typeface="Courier"/>
              <a:sym typeface="Courier New"/>
            </a:endParaRPr>
          </a:p>
          <a:p>
            <a:pPr lvl="0">
              <a:buClr>
                <a:srgbClr val="00FF00"/>
              </a:buClr>
              <a:buSzPct val="25000"/>
            </a:pPr>
            <a:r>
              <a:rPr lang="en-US" sz="3200" i="0" u="none" strike="noStrike" cap="none" dirty="0">
                <a:solidFill>
                  <a:srgbClr val="00FF00"/>
                </a:solidFill>
                <a:latin typeface="Courier"/>
                <a:ea typeface="Courier"/>
                <a:cs typeface="Courier"/>
                <a:sym typeface="Courier New"/>
              </a:rPr>
              <a:t>    print('Third </a:t>
            </a:r>
            <a:r>
              <a:rPr lang="en-US" sz="3200" dirty="0">
                <a:solidFill>
                  <a:srgbClr val="00FF00"/>
                </a:solidFill>
                <a:latin typeface="Courier"/>
                <a:ea typeface="Courier"/>
                <a:cs typeface="Courier"/>
                <a:sym typeface="Courier New"/>
              </a:rPr>
              <a:t>6')</a:t>
            </a:r>
            <a:endParaRPr lang="en-US" sz="3200" dirty="0">
              <a:solidFill>
                <a:schemeClr val="accent1"/>
              </a:solidFill>
              <a:latin typeface="Courier"/>
              <a:ea typeface="Courier"/>
              <a:cs typeface="Courier"/>
              <a:sym typeface="Courier New"/>
            </a:endParaRPr>
          </a:p>
          <a:p>
            <a:pPr lvl="0">
              <a:buClr>
                <a:srgbClr val="FF7F00"/>
              </a:buClr>
              <a:buSzPct val="25000"/>
            </a:pPr>
            <a:r>
              <a:rPr lang="en-US" sz="3200" dirty="0">
                <a:solidFill>
                  <a:srgbClr val="FF9900"/>
                </a:solidFill>
                <a:latin typeface="Courier"/>
                <a:ea typeface="Courier"/>
                <a:cs typeface="Courier"/>
                <a:sym typeface="Courier New"/>
              </a:rPr>
              <a:t>p</a:t>
            </a:r>
            <a:r>
              <a:rPr lang="en-US" sz="3200" i="0" u="none" strike="noStrike" cap="none" dirty="0">
                <a:solidFill>
                  <a:srgbClr val="FF9900"/>
                </a:solidFill>
                <a:latin typeface="Courier"/>
                <a:ea typeface="Courier"/>
                <a:cs typeface="Courier"/>
                <a:sym typeface="Courier New"/>
              </a:rPr>
              <a:t>rint('Afterwards 6</a:t>
            </a:r>
            <a:r>
              <a:rPr lang="en-US" sz="3200" dirty="0">
                <a:solidFill>
                  <a:srgbClr val="FF9900"/>
                </a:solidFill>
                <a:latin typeface="Courier"/>
                <a:ea typeface="Courier"/>
                <a:cs typeface="Courier"/>
                <a:sym typeface="Courier New"/>
              </a:rPr>
              <a:t>')</a:t>
            </a:r>
            <a:endParaRPr lang="en-US" sz="3200" i="0" u="none" strike="noStrike" cap="none" dirty="0">
              <a:solidFill>
                <a:srgbClr val="FF9900"/>
              </a:solidFill>
              <a:latin typeface="Courier"/>
              <a:ea typeface="Courier"/>
              <a:cs typeface="Courier"/>
              <a:sym typeface="Courier New"/>
            </a:endParaRPr>
          </a:p>
        </p:txBody>
      </p:sp>
      <p:sp>
        <p:nvSpPr>
          <p:cNvPr id="300" name="Shape 300"/>
          <p:cNvSpPr txBox="1"/>
          <p:nvPr/>
        </p:nvSpPr>
        <p:spPr>
          <a:xfrm>
            <a:off x="7321666" y="2088625"/>
            <a:ext cx="2826846" cy="5961093"/>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3600" u="none" strike="noStrike" cap="none" dirty="0">
                <a:solidFill>
                  <a:srgbClr val="FF9900"/>
                </a:solidFill>
                <a:latin typeface="Arial" charset="0"/>
                <a:ea typeface="Arial" charset="0"/>
                <a:cs typeface="Arial" charset="0"/>
                <a:sym typeface="Cabin"/>
              </a:rPr>
              <a:t>Before 5</a:t>
            </a:r>
          </a:p>
          <a:p>
            <a:pPr marL="0" marR="0" lvl="0" indent="0" algn="l" rtl="0">
              <a:lnSpc>
                <a:spcPct val="100000"/>
              </a:lnSpc>
              <a:spcBef>
                <a:spcPts val="0"/>
              </a:spcBef>
              <a:spcAft>
                <a:spcPts val="0"/>
              </a:spcAft>
              <a:buClr>
                <a:srgbClr val="FF7F00"/>
              </a:buClr>
              <a:buSzPct val="25000"/>
              <a:buFont typeface="Cabin"/>
              <a:buNone/>
            </a:pPr>
            <a:endParaRPr lang="en-US" sz="3600" u="none" strike="noStrike" cap="none" dirty="0">
              <a:solidFill>
                <a:srgbClr val="FF9900"/>
              </a:solidFill>
              <a:latin typeface="Arial" charset="0"/>
              <a:ea typeface="Arial" charset="0"/>
              <a:cs typeface="Arial" charset="0"/>
              <a:sym typeface="Cabin"/>
            </a:endParaRPr>
          </a:p>
          <a:p>
            <a:pPr marL="0" marR="0" lvl="0" indent="0" algn="l" rtl="0">
              <a:lnSpc>
                <a:spcPct val="100000"/>
              </a:lnSpc>
              <a:spcBef>
                <a:spcPts val="0"/>
              </a:spcBef>
              <a:spcAft>
                <a:spcPts val="0"/>
              </a:spcAft>
              <a:buClr>
                <a:srgbClr val="FF00FF"/>
              </a:buClr>
              <a:buSzPct val="25000"/>
              <a:buFont typeface="Cabin"/>
              <a:buNone/>
            </a:pPr>
            <a:r>
              <a:rPr lang="en-US" sz="3600" u="none" strike="noStrike" cap="none" dirty="0">
                <a:solidFill>
                  <a:srgbClr val="00FFFF"/>
                </a:solidFill>
                <a:latin typeface="Arial" charset="0"/>
                <a:ea typeface="Arial" charset="0"/>
                <a:cs typeface="Arial" charset="0"/>
                <a:sym typeface="Cabin"/>
              </a:rPr>
              <a:t>Is 5</a:t>
            </a:r>
          </a:p>
          <a:p>
            <a:pPr marL="0" marR="0" lvl="0" indent="0" algn="l" rtl="0">
              <a:lnSpc>
                <a:spcPct val="100000"/>
              </a:lnSpc>
              <a:spcBef>
                <a:spcPts val="0"/>
              </a:spcBef>
              <a:spcAft>
                <a:spcPts val="0"/>
              </a:spcAft>
              <a:buClr>
                <a:srgbClr val="FF00FF"/>
              </a:buClr>
              <a:buSzPct val="25000"/>
              <a:buFont typeface="Cabin"/>
              <a:buNone/>
            </a:pPr>
            <a:r>
              <a:rPr lang="en-US" sz="3600" u="none" strike="noStrike" cap="none" dirty="0">
                <a:solidFill>
                  <a:srgbClr val="00FFFF"/>
                </a:solidFill>
                <a:latin typeface="Arial" charset="0"/>
                <a:ea typeface="Arial" charset="0"/>
                <a:cs typeface="Arial" charset="0"/>
                <a:sym typeface="Cabin"/>
              </a:rPr>
              <a:t>Is Still 5</a:t>
            </a:r>
          </a:p>
          <a:p>
            <a:pPr marL="0" marR="0" lvl="0" indent="0" algn="l" rtl="0">
              <a:lnSpc>
                <a:spcPct val="100000"/>
              </a:lnSpc>
              <a:spcBef>
                <a:spcPts val="0"/>
              </a:spcBef>
              <a:spcAft>
                <a:spcPts val="0"/>
              </a:spcAft>
              <a:buClr>
                <a:srgbClr val="FF00FF"/>
              </a:buClr>
              <a:buSzPct val="25000"/>
              <a:buFont typeface="Cabin"/>
              <a:buNone/>
            </a:pPr>
            <a:r>
              <a:rPr lang="en-US" sz="3600" u="none" strike="noStrike" cap="none" dirty="0">
                <a:solidFill>
                  <a:srgbClr val="00FFFF"/>
                </a:solidFill>
                <a:latin typeface="Arial" charset="0"/>
                <a:ea typeface="Arial" charset="0"/>
                <a:cs typeface="Arial" charset="0"/>
                <a:sym typeface="Cabin"/>
              </a:rPr>
              <a:t>Third 5</a:t>
            </a:r>
          </a:p>
          <a:p>
            <a:pPr marL="0" marR="0" lvl="0" indent="0" algn="l" rtl="0">
              <a:lnSpc>
                <a:spcPct val="100000"/>
              </a:lnSpc>
              <a:spcBef>
                <a:spcPts val="0"/>
              </a:spcBef>
              <a:spcAft>
                <a:spcPts val="0"/>
              </a:spcAft>
              <a:buClr>
                <a:srgbClr val="FF7F00"/>
              </a:buClr>
              <a:buSzPct val="25000"/>
              <a:buFont typeface="Cabin"/>
              <a:buNone/>
            </a:pPr>
            <a:r>
              <a:rPr lang="en-US" sz="3600" u="none" strike="noStrike" cap="none" dirty="0">
                <a:solidFill>
                  <a:srgbClr val="FF9900"/>
                </a:solidFill>
                <a:latin typeface="Arial" charset="0"/>
                <a:ea typeface="Arial" charset="0"/>
                <a:cs typeface="Arial" charset="0"/>
                <a:sym typeface="Cabin"/>
              </a:rPr>
              <a:t>Afterwards 5</a:t>
            </a:r>
          </a:p>
          <a:p>
            <a:pPr marL="0" marR="0" lvl="0" indent="0" algn="l" rtl="0">
              <a:lnSpc>
                <a:spcPct val="100000"/>
              </a:lnSpc>
              <a:spcBef>
                <a:spcPts val="0"/>
              </a:spcBef>
              <a:spcAft>
                <a:spcPts val="0"/>
              </a:spcAft>
              <a:buClr>
                <a:srgbClr val="FF7F00"/>
              </a:buClr>
              <a:buSzPct val="25000"/>
              <a:buFont typeface="Cabin"/>
              <a:buNone/>
            </a:pPr>
            <a:r>
              <a:rPr lang="en-US" sz="3600" u="none" strike="noStrike" cap="none" dirty="0">
                <a:solidFill>
                  <a:srgbClr val="FF9900"/>
                </a:solidFill>
                <a:latin typeface="Arial" charset="0"/>
                <a:ea typeface="Arial" charset="0"/>
                <a:cs typeface="Arial" charset="0"/>
                <a:sym typeface="Cabin"/>
              </a:rPr>
              <a:t>Before 6</a:t>
            </a:r>
          </a:p>
          <a:p>
            <a:pPr marL="0" marR="0" lvl="0" indent="0" algn="l" rtl="0">
              <a:lnSpc>
                <a:spcPct val="100000"/>
              </a:lnSpc>
              <a:spcBef>
                <a:spcPts val="0"/>
              </a:spcBef>
              <a:spcAft>
                <a:spcPts val="0"/>
              </a:spcAft>
              <a:buClr>
                <a:srgbClr val="FF7F00"/>
              </a:buClr>
              <a:buSzPct val="25000"/>
              <a:buFont typeface="Cabin"/>
              <a:buNone/>
            </a:pPr>
            <a:endParaRPr lang="en-US" sz="3600" dirty="0">
              <a:solidFill>
                <a:srgbClr val="FF9900"/>
              </a:solidFill>
              <a:latin typeface="Arial" charset="0"/>
              <a:ea typeface="Arial" charset="0"/>
              <a:cs typeface="Arial" charset="0"/>
              <a:sym typeface="Cabin"/>
            </a:endParaRPr>
          </a:p>
          <a:p>
            <a:pPr marL="0" marR="0" lvl="0" indent="0" algn="l" rtl="0">
              <a:lnSpc>
                <a:spcPct val="100000"/>
              </a:lnSpc>
              <a:spcBef>
                <a:spcPts val="0"/>
              </a:spcBef>
              <a:spcAft>
                <a:spcPts val="0"/>
              </a:spcAft>
              <a:buClr>
                <a:srgbClr val="FF7F00"/>
              </a:buClr>
              <a:buSzPct val="25000"/>
              <a:buFont typeface="Cabin"/>
              <a:buNone/>
            </a:pPr>
            <a:endParaRPr lang="en-US" sz="3600" u="none" strike="noStrike" cap="none" dirty="0">
              <a:solidFill>
                <a:srgbClr val="FF9900"/>
              </a:solidFill>
              <a:latin typeface="Arial" charset="0"/>
              <a:ea typeface="Arial" charset="0"/>
              <a:cs typeface="Arial" charset="0"/>
              <a:sym typeface="Cabin"/>
            </a:endParaRPr>
          </a:p>
          <a:p>
            <a:pPr marL="0" marR="0" lvl="0" indent="0" algn="l" rtl="0">
              <a:lnSpc>
                <a:spcPct val="100000"/>
              </a:lnSpc>
              <a:spcBef>
                <a:spcPts val="0"/>
              </a:spcBef>
              <a:spcAft>
                <a:spcPts val="0"/>
              </a:spcAft>
              <a:buClr>
                <a:srgbClr val="FF7F00"/>
              </a:buClr>
              <a:buSzPct val="25000"/>
              <a:buFont typeface="Cabin"/>
              <a:buNone/>
            </a:pPr>
            <a:endParaRPr lang="en-US" sz="3600" u="none" strike="noStrike" cap="none" dirty="0">
              <a:solidFill>
                <a:srgbClr val="FF9900"/>
              </a:solidFill>
              <a:latin typeface="Arial" charset="0"/>
              <a:ea typeface="Arial" charset="0"/>
              <a:cs typeface="Arial" charset="0"/>
              <a:sym typeface="Cabin"/>
            </a:endParaRPr>
          </a:p>
          <a:p>
            <a:pPr marL="0" marR="0" lvl="0" indent="0" algn="l" rtl="0">
              <a:lnSpc>
                <a:spcPct val="100000"/>
              </a:lnSpc>
              <a:spcBef>
                <a:spcPts val="0"/>
              </a:spcBef>
              <a:spcAft>
                <a:spcPts val="0"/>
              </a:spcAft>
              <a:buClr>
                <a:srgbClr val="FF7F00"/>
              </a:buClr>
              <a:buSzPct val="25000"/>
              <a:buFont typeface="Cabin"/>
              <a:buNone/>
            </a:pPr>
            <a:r>
              <a:rPr lang="en-US" sz="3600" u="none" strike="noStrike" cap="none" dirty="0">
                <a:solidFill>
                  <a:srgbClr val="FF9900"/>
                </a:solidFill>
                <a:latin typeface="Arial" charset="0"/>
                <a:ea typeface="Arial" charset="0"/>
                <a:cs typeface="Arial" charset="0"/>
                <a:sym typeface="Cabin"/>
              </a:rPr>
              <a:t>Afterwards 6</a:t>
            </a:r>
          </a:p>
        </p:txBody>
      </p:sp>
      <p:cxnSp>
        <p:nvCxnSpPr>
          <p:cNvPr id="301" name="Shape 301"/>
          <p:cNvCxnSpPr/>
          <p:nvPr/>
        </p:nvCxnSpPr>
        <p:spPr>
          <a:xfrm flipH="1" flipV="1">
            <a:off x="6384210" y="3857360"/>
            <a:ext cx="794254" cy="65259"/>
          </a:xfrm>
          <a:prstGeom prst="straightConnector1">
            <a:avLst/>
          </a:prstGeom>
          <a:noFill/>
          <a:ln w="76200" cap="rnd" cmpd="sng">
            <a:solidFill>
              <a:srgbClr val="00FFFF"/>
            </a:solidFill>
            <a:prstDash val="solid"/>
            <a:miter/>
            <a:headEnd type="stealth" w="med" len="med"/>
            <a:tailEnd type="none" w="med" len="med"/>
          </a:ln>
        </p:spPr>
      </p:cxnSp>
      <p:cxnSp>
        <p:nvCxnSpPr>
          <p:cNvPr id="302" name="Shape 302"/>
          <p:cNvCxnSpPr/>
          <p:nvPr/>
        </p:nvCxnSpPr>
        <p:spPr>
          <a:xfrm flipH="1">
            <a:off x="5382786" y="6345736"/>
            <a:ext cx="1669419" cy="116062"/>
          </a:xfrm>
          <a:prstGeom prst="straightConnector1">
            <a:avLst/>
          </a:prstGeom>
          <a:noFill/>
          <a:ln w="76200" cap="rnd" cmpd="sng">
            <a:solidFill>
              <a:srgbClr val="00FF00"/>
            </a:solidFill>
            <a:prstDash val="solid"/>
            <a:miter/>
            <a:headEnd type="stealth" w="med" len="med"/>
            <a:tailEnd type="none" w="med" len="med"/>
          </a:ln>
        </p:spPr>
      </p:cxnSp>
      <p:cxnSp>
        <p:nvCxnSpPr>
          <p:cNvPr id="303" name="Shape 303"/>
          <p:cNvCxnSpPr/>
          <p:nvPr/>
        </p:nvCxnSpPr>
        <p:spPr>
          <a:xfrm rot="10800000">
            <a:off x="12087268" y="1315710"/>
            <a:ext cx="14400" cy="566699"/>
          </a:xfrm>
          <a:prstGeom prst="straightConnector1">
            <a:avLst/>
          </a:prstGeom>
          <a:noFill/>
          <a:ln w="76200" cap="rnd" cmpd="sng">
            <a:solidFill>
              <a:srgbClr val="00FFFF"/>
            </a:solidFill>
            <a:prstDash val="solid"/>
            <a:miter/>
            <a:headEnd type="stealth" w="med" len="med"/>
            <a:tailEnd type="none" w="med" len="med"/>
          </a:ln>
        </p:spPr>
      </p:cxnSp>
      <p:sp>
        <p:nvSpPr>
          <p:cNvPr id="304" name="Shape 304"/>
          <p:cNvSpPr/>
          <p:nvPr/>
        </p:nvSpPr>
        <p:spPr>
          <a:xfrm>
            <a:off x="10671332" y="1876061"/>
            <a:ext cx="2870100" cy="1269899"/>
          </a:xfrm>
          <a:prstGeom prst="diamond">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000" u="none" strike="noStrike" cap="none" dirty="0">
                <a:solidFill>
                  <a:schemeClr val="lt1"/>
                </a:solidFill>
                <a:latin typeface="Arial" charset="0"/>
                <a:ea typeface="Arial" charset="0"/>
                <a:cs typeface="Arial" charset="0"/>
                <a:sym typeface="Cabin"/>
              </a:rPr>
              <a:t>x == 5 ?</a:t>
            </a:r>
          </a:p>
        </p:txBody>
      </p:sp>
      <p:cxnSp>
        <p:nvCxnSpPr>
          <p:cNvPr id="305" name="Shape 305"/>
          <p:cNvCxnSpPr/>
          <p:nvPr/>
        </p:nvCxnSpPr>
        <p:spPr>
          <a:xfrm rot="10800000">
            <a:off x="12087393" y="3093698"/>
            <a:ext cx="49200" cy="4060800"/>
          </a:xfrm>
          <a:prstGeom prst="straightConnector1">
            <a:avLst/>
          </a:prstGeom>
          <a:noFill/>
          <a:ln w="76200" cap="rnd" cmpd="sng">
            <a:solidFill>
              <a:srgbClr val="00FFFF"/>
            </a:solidFill>
            <a:prstDash val="solid"/>
            <a:miter/>
            <a:headEnd type="stealth" w="med" len="med"/>
            <a:tailEnd type="none" w="med" len="med"/>
          </a:ln>
        </p:spPr>
      </p:cxnSp>
      <p:cxnSp>
        <p:nvCxnSpPr>
          <p:cNvPr id="306" name="Shape 306"/>
          <p:cNvCxnSpPr/>
          <p:nvPr/>
        </p:nvCxnSpPr>
        <p:spPr>
          <a:xfrm rot="10800000">
            <a:off x="13528956" y="2504710"/>
            <a:ext cx="724500" cy="5700"/>
          </a:xfrm>
          <a:prstGeom prst="straightConnector1">
            <a:avLst/>
          </a:prstGeom>
          <a:noFill/>
          <a:ln w="76200" cap="rnd" cmpd="sng">
            <a:solidFill>
              <a:srgbClr val="00FFFF"/>
            </a:solidFill>
            <a:prstDash val="solid"/>
            <a:miter/>
            <a:headEnd type="none" w="med" len="med"/>
            <a:tailEnd type="none" w="med" len="med"/>
          </a:ln>
        </p:spPr>
      </p:cxnSp>
      <p:cxnSp>
        <p:nvCxnSpPr>
          <p:cNvPr id="307" name="Shape 307"/>
          <p:cNvCxnSpPr/>
          <p:nvPr/>
        </p:nvCxnSpPr>
        <p:spPr>
          <a:xfrm rot="10800000" flipH="1">
            <a:off x="14273369" y="2504835"/>
            <a:ext cx="15899" cy="644400"/>
          </a:xfrm>
          <a:prstGeom prst="straightConnector1">
            <a:avLst/>
          </a:prstGeom>
          <a:noFill/>
          <a:ln w="50800" cap="rnd" cmpd="sng">
            <a:solidFill>
              <a:srgbClr val="00FFFF"/>
            </a:solidFill>
            <a:prstDash val="solid"/>
            <a:miter/>
            <a:headEnd type="stealth" w="med" len="med"/>
            <a:tailEnd type="none" w="med" len="med"/>
          </a:ln>
        </p:spPr>
      </p:cxnSp>
      <p:cxnSp>
        <p:nvCxnSpPr>
          <p:cNvPr id="308" name="Shape 308"/>
          <p:cNvCxnSpPr/>
          <p:nvPr/>
        </p:nvCxnSpPr>
        <p:spPr>
          <a:xfrm>
            <a:off x="12144418" y="6345736"/>
            <a:ext cx="2149499" cy="0"/>
          </a:xfrm>
          <a:prstGeom prst="straightConnector1">
            <a:avLst/>
          </a:prstGeom>
          <a:noFill/>
          <a:ln w="76200" cap="rnd" cmpd="sng">
            <a:solidFill>
              <a:srgbClr val="00FFFF"/>
            </a:solidFill>
            <a:prstDash val="solid"/>
            <a:miter/>
            <a:headEnd type="stealth" w="med" len="med"/>
            <a:tailEnd type="none" w="med" len="med"/>
          </a:ln>
        </p:spPr>
      </p:cxnSp>
      <p:sp>
        <p:nvSpPr>
          <p:cNvPr id="309" name="Shape 309"/>
          <p:cNvSpPr txBox="1"/>
          <p:nvPr/>
        </p:nvSpPr>
        <p:spPr>
          <a:xfrm>
            <a:off x="13365944" y="1667311"/>
            <a:ext cx="1114555" cy="622199"/>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dirty="0">
                <a:solidFill>
                  <a:schemeClr val="lt1"/>
                </a:solidFill>
                <a:latin typeface="Arial" charset="0"/>
                <a:ea typeface="Arial" charset="0"/>
                <a:cs typeface="Arial" charset="0"/>
                <a:sym typeface="Cabin"/>
              </a:rPr>
              <a:t>Yes</a:t>
            </a:r>
          </a:p>
        </p:txBody>
      </p:sp>
      <p:sp>
        <p:nvSpPr>
          <p:cNvPr id="310" name="Shape 310"/>
          <p:cNvSpPr txBox="1"/>
          <p:nvPr/>
        </p:nvSpPr>
        <p:spPr>
          <a:xfrm>
            <a:off x="12817632" y="4212861"/>
            <a:ext cx="2921099" cy="749399"/>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lvl="0" algn="ctr">
              <a:buClr>
                <a:schemeClr val="lt1"/>
              </a:buClr>
              <a:buSzPct val="25000"/>
            </a:pPr>
            <a:r>
              <a:rPr lang="en-US" sz="3500" u="none" strike="noStrike" cap="none" dirty="0">
                <a:solidFill>
                  <a:schemeClr val="lt1"/>
                </a:solidFill>
                <a:latin typeface="Arial" charset="0"/>
                <a:ea typeface="Arial" charset="0"/>
                <a:cs typeface="Arial" charset="0"/>
                <a:sym typeface="Cabin"/>
              </a:rPr>
              <a:t>print('Still </a:t>
            </a:r>
            <a:r>
              <a:rPr lang="en-US" sz="3500" dirty="0">
                <a:solidFill>
                  <a:schemeClr val="lt1"/>
                </a:solidFill>
                <a:latin typeface="Arial" charset="0"/>
                <a:ea typeface="Arial" charset="0"/>
                <a:cs typeface="Arial" charset="0"/>
                <a:sym typeface="Cabin"/>
              </a:rPr>
              <a:t>5')</a:t>
            </a:r>
            <a:endParaRPr lang="en-US" sz="3500" u="none" strike="noStrike" cap="none" dirty="0">
              <a:solidFill>
                <a:schemeClr val="lt1"/>
              </a:solidFill>
              <a:latin typeface="Arial" charset="0"/>
              <a:ea typeface="Arial" charset="0"/>
              <a:cs typeface="Arial" charset="0"/>
              <a:sym typeface="Cabin"/>
            </a:endParaRPr>
          </a:p>
        </p:txBody>
      </p:sp>
      <p:sp>
        <p:nvSpPr>
          <p:cNvPr id="311" name="Shape 311"/>
          <p:cNvSpPr txBox="1"/>
          <p:nvPr/>
        </p:nvSpPr>
        <p:spPr>
          <a:xfrm>
            <a:off x="12817632" y="5317761"/>
            <a:ext cx="2921099" cy="749399"/>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lvl="0" algn="ctr">
              <a:buClr>
                <a:schemeClr val="lt1"/>
              </a:buClr>
              <a:buSzPct val="25000"/>
            </a:pPr>
            <a:r>
              <a:rPr lang="en-US" sz="3500" u="none" strike="noStrike" cap="none" dirty="0">
                <a:solidFill>
                  <a:schemeClr val="lt1"/>
                </a:solidFill>
                <a:latin typeface="Arial" charset="0"/>
                <a:ea typeface="Arial" charset="0"/>
                <a:cs typeface="Arial" charset="0"/>
                <a:sym typeface="Cabin"/>
              </a:rPr>
              <a:t>print('Third </a:t>
            </a:r>
            <a:r>
              <a:rPr lang="en-US" sz="3500" dirty="0">
                <a:solidFill>
                  <a:schemeClr val="lt1"/>
                </a:solidFill>
                <a:latin typeface="Arial" charset="0"/>
                <a:ea typeface="Arial" charset="0"/>
                <a:cs typeface="Arial" charset="0"/>
                <a:sym typeface="Cabin"/>
              </a:rPr>
              <a:t>5')</a:t>
            </a:r>
            <a:endParaRPr lang="en-US" sz="3500" u="none" strike="noStrike" cap="none" dirty="0">
              <a:solidFill>
                <a:schemeClr val="lt1"/>
              </a:solidFill>
              <a:latin typeface="Arial" charset="0"/>
              <a:ea typeface="Arial" charset="0"/>
              <a:cs typeface="Arial" charset="0"/>
              <a:sym typeface="Cabin"/>
            </a:endParaRPr>
          </a:p>
        </p:txBody>
      </p:sp>
      <p:sp>
        <p:nvSpPr>
          <p:cNvPr id="312" name="Shape 312"/>
          <p:cNvSpPr txBox="1"/>
          <p:nvPr/>
        </p:nvSpPr>
        <p:spPr>
          <a:xfrm>
            <a:off x="10988832" y="3171461"/>
            <a:ext cx="723900" cy="622199"/>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dirty="0">
                <a:solidFill>
                  <a:schemeClr val="lt1"/>
                </a:solidFill>
                <a:latin typeface="Arial" charset="0"/>
                <a:ea typeface="Arial" charset="0"/>
                <a:cs typeface="Arial" charset="0"/>
                <a:sym typeface="Cabin"/>
              </a:rPr>
              <a:t>No</a:t>
            </a:r>
          </a:p>
        </p:txBody>
      </p:sp>
      <p:sp>
        <p:nvSpPr>
          <p:cNvPr id="313" name="Shape 313"/>
          <p:cNvSpPr txBox="1"/>
          <p:nvPr/>
        </p:nvSpPr>
        <p:spPr>
          <a:xfrm>
            <a:off x="12817632" y="3107961"/>
            <a:ext cx="2921099" cy="749399"/>
          </a:xfrm>
          <a:prstGeom prst="rect">
            <a:avLst/>
          </a:prstGeom>
          <a:noFill/>
          <a:ln w="76200" cap="flat" cmpd="sng">
            <a:solidFill>
              <a:srgbClr val="00FFFF"/>
            </a:solidFill>
            <a:prstDash val="solid"/>
            <a:round/>
            <a:headEnd type="none" w="med" len="med"/>
            <a:tailEnd type="none" w="med" len="med"/>
          </a:ln>
        </p:spPr>
        <p:txBody>
          <a:bodyPr lIns="0" tIns="0" rIns="0" bIns="0" anchor="ctr" anchorCtr="0">
            <a:noAutofit/>
          </a:bodyPr>
          <a:lstStyle/>
          <a:p>
            <a:pPr lvl="0" algn="ctr">
              <a:buClr>
                <a:schemeClr val="lt1"/>
              </a:buClr>
              <a:buSzPct val="25000"/>
            </a:pPr>
            <a:r>
              <a:rPr lang="en-US" sz="3500" u="none" strike="noStrike" cap="none" dirty="0">
                <a:solidFill>
                  <a:schemeClr val="lt1"/>
                </a:solidFill>
                <a:latin typeface="Arial" charset="0"/>
                <a:ea typeface="Arial" charset="0"/>
                <a:cs typeface="Arial" charset="0"/>
                <a:sym typeface="Cabin"/>
              </a:rPr>
              <a:t>print('Is </a:t>
            </a:r>
            <a:r>
              <a:rPr lang="en-US" sz="3500" dirty="0">
                <a:solidFill>
                  <a:schemeClr val="lt1"/>
                </a:solidFill>
                <a:latin typeface="Arial" charset="0"/>
                <a:ea typeface="Arial" charset="0"/>
                <a:cs typeface="Arial" charset="0"/>
                <a:sym typeface="Cabin"/>
              </a:rPr>
              <a:t>5’)</a:t>
            </a:r>
            <a:endParaRPr lang="en-US" sz="3500" u="none" strike="noStrike" cap="none" dirty="0">
              <a:solidFill>
                <a:schemeClr val="lt1"/>
              </a:solidFill>
              <a:latin typeface="Arial" charset="0"/>
              <a:ea typeface="Arial" charset="0"/>
              <a:cs typeface="Arial" charset="0"/>
              <a:sym typeface="Cabin"/>
            </a:endParaRPr>
          </a:p>
        </p:txBody>
      </p:sp>
      <p:cxnSp>
        <p:nvCxnSpPr>
          <p:cNvPr id="314" name="Shape 314"/>
          <p:cNvCxnSpPr>
            <a:endCxn id="313" idx="2"/>
          </p:cNvCxnSpPr>
          <p:nvPr/>
        </p:nvCxnSpPr>
        <p:spPr>
          <a:xfrm rot="10800000" flipH="1">
            <a:off x="14267981" y="3857360"/>
            <a:ext cx="10200" cy="355500"/>
          </a:xfrm>
          <a:prstGeom prst="straightConnector1">
            <a:avLst/>
          </a:prstGeom>
          <a:noFill/>
          <a:ln w="76200" cap="rnd" cmpd="sng">
            <a:solidFill>
              <a:srgbClr val="00FFFF"/>
            </a:solidFill>
            <a:prstDash val="solid"/>
            <a:miter/>
            <a:headEnd type="stealth" w="med" len="med"/>
            <a:tailEnd type="none" w="med" len="med"/>
          </a:ln>
        </p:spPr>
      </p:cxnSp>
      <p:cxnSp>
        <p:nvCxnSpPr>
          <p:cNvPr id="315" name="Shape 315"/>
          <p:cNvCxnSpPr/>
          <p:nvPr/>
        </p:nvCxnSpPr>
        <p:spPr>
          <a:xfrm rot="10800000" flipH="1">
            <a:off x="14267982" y="4999998"/>
            <a:ext cx="10200" cy="355500"/>
          </a:xfrm>
          <a:prstGeom prst="straightConnector1">
            <a:avLst/>
          </a:prstGeom>
          <a:noFill/>
          <a:ln w="76200" cap="rnd" cmpd="sng">
            <a:solidFill>
              <a:srgbClr val="00FFFF"/>
            </a:solidFill>
            <a:prstDash val="solid"/>
            <a:miter/>
            <a:headEnd type="stealth" w="med" len="med"/>
            <a:tailEnd type="none" w="med" len="med"/>
          </a:ln>
        </p:spPr>
      </p:cxnSp>
      <p:cxnSp>
        <p:nvCxnSpPr>
          <p:cNvPr id="316" name="Shape 316"/>
          <p:cNvCxnSpPr/>
          <p:nvPr/>
        </p:nvCxnSpPr>
        <p:spPr>
          <a:xfrm rot="10800000" flipH="1">
            <a:off x="14276219" y="6066435"/>
            <a:ext cx="10200" cy="355500"/>
          </a:xfrm>
          <a:prstGeom prst="straightConnector1">
            <a:avLst/>
          </a:prstGeom>
          <a:noFill/>
          <a:ln w="76200" cap="rnd" cmpd="sng">
            <a:solidFill>
              <a:srgbClr val="00FFFF"/>
            </a:solidFill>
            <a:prstDash val="solid"/>
            <a:miter/>
            <a:headEnd type="stealth" w="med" len="med"/>
            <a:tailEnd type="none" w="med" len="med"/>
          </a:ln>
        </p:spPr>
      </p:cxnSp>
    </p:spTree>
    <p:extLst>
      <p:ext uri="{BB962C8B-B14F-4D97-AF65-F5344CB8AC3E}">
        <p14:creationId xmlns:p14="http://schemas.microsoft.com/office/powerpoint/2010/main" val="74385281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20"/>
        <p:cNvGrpSpPr/>
        <p:nvPr/>
      </p:nvGrpSpPr>
      <p:grpSpPr>
        <a:xfrm>
          <a:off x="0" y="0"/>
          <a:ext cx="0" cy="0"/>
          <a:chOff x="0" y="0"/>
          <a:chExt cx="0" cy="0"/>
        </a:xfrm>
      </p:grpSpPr>
      <p:sp>
        <p:nvSpPr>
          <p:cNvPr id="321" name="Shape 321"/>
          <p:cNvSpPr txBox="1">
            <a:spLocks noGrp="1"/>
          </p:cNvSpPr>
          <p:nvPr>
            <p:ph type="title"/>
          </p:nvPr>
        </p:nvSpPr>
        <p:spPr>
          <a:xfrm>
            <a:off x="727075" y="745588"/>
            <a:ext cx="13512800"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7600" u="none" strike="noStrike" cap="none" dirty="0">
                <a:solidFill>
                  <a:srgbClr val="FFD966"/>
                </a:solidFill>
                <a:latin typeface="Arial" charset="0"/>
                <a:ea typeface="Arial" charset="0"/>
                <a:cs typeface="Arial" charset="0"/>
                <a:sym typeface="Cabin"/>
              </a:rPr>
              <a:t>Indentation</a:t>
            </a:r>
          </a:p>
        </p:txBody>
      </p:sp>
      <p:sp>
        <p:nvSpPr>
          <p:cNvPr id="322" name="Shape 322"/>
          <p:cNvSpPr txBox="1">
            <a:spLocks noGrp="1"/>
          </p:cNvSpPr>
          <p:nvPr>
            <p:ph type="body" idx="1"/>
          </p:nvPr>
        </p:nvSpPr>
        <p:spPr>
          <a:xfrm>
            <a:off x="946523" y="2592296"/>
            <a:ext cx="14269178" cy="2064371"/>
          </a:xfrm>
          <a:prstGeom prst="rect">
            <a:avLst/>
          </a:prstGeom>
          <a:noFill/>
          <a:ln>
            <a:noFill/>
          </a:ln>
        </p:spPr>
        <p:txBody>
          <a:bodyPr lIns="38100" tIns="38100" rIns="38100" bIns="38100" anchor="ctr" anchorCtr="0">
            <a:noAutofit/>
          </a:bodyPr>
          <a:lstStyle/>
          <a:p>
            <a:pPr lvl="0" indent="-345694">
              <a:spcBef>
                <a:spcPts val="0"/>
              </a:spcBef>
              <a:buClr>
                <a:srgbClr val="FF7F00"/>
              </a:buClr>
              <a:buSzPct val="100000"/>
            </a:pPr>
            <a:r>
              <a:rPr lang="en-US" sz="3200" u="none" strike="noStrike" cap="none" dirty="0">
                <a:solidFill>
                  <a:srgbClr val="FF9900"/>
                </a:solidFill>
                <a:latin typeface="Arial" charset="0"/>
                <a:ea typeface="Arial" charset="0"/>
                <a:cs typeface="Arial" charset="0"/>
                <a:sym typeface="Cabin"/>
              </a:rPr>
              <a:t>Indentation indent </a:t>
            </a:r>
            <a:r>
              <a:rPr lang="en-US" sz="3200" u="none" strike="noStrike" cap="none" dirty="0">
                <a:solidFill>
                  <a:schemeClr val="lt1"/>
                </a:solidFill>
                <a:latin typeface="Arial" charset="0"/>
                <a:ea typeface="Arial" charset="0"/>
                <a:cs typeface="Arial" charset="0"/>
                <a:sym typeface="Cabin"/>
              </a:rPr>
              <a:t>is when you add space after a line of Python code. It helps Python understand your code. Not all parts of your program go inside of “if” or “else”, so how does Python know which lines in your program should go inside your “if” or “else?” By using </a:t>
            </a:r>
            <a:r>
              <a:rPr lang="en-US" sz="3200" dirty="0">
                <a:solidFill>
                  <a:srgbClr val="FF9900"/>
                </a:solidFill>
                <a:latin typeface="Arial" charset="0"/>
                <a:ea typeface="Arial" charset="0"/>
                <a:cs typeface="Arial" charset="0"/>
                <a:sym typeface="Cabin"/>
              </a:rPr>
              <a:t>indentation</a:t>
            </a:r>
            <a:r>
              <a:rPr lang="en-US" sz="3200" u="none" strike="noStrike" cap="none" dirty="0">
                <a:solidFill>
                  <a:schemeClr val="lt1"/>
                </a:solidFill>
                <a:latin typeface="Arial" charset="0"/>
                <a:ea typeface="Arial" charset="0"/>
                <a:cs typeface="Arial" charset="0"/>
                <a:sym typeface="Cabin"/>
              </a:rPr>
              <a:t>, like this:</a:t>
            </a:r>
            <a:endParaRPr lang="en-US" sz="3200" u="none" strike="noStrike" cap="none" dirty="0">
              <a:solidFill>
                <a:srgbClr val="FF9900"/>
              </a:solidFill>
              <a:latin typeface="Arial" charset="0"/>
              <a:ea typeface="Arial" charset="0"/>
              <a:cs typeface="Arial" charset="0"/>
              <a:sym typeface="Cabin"/>
            </a:endParaRPr>
          </a:p>
        </p:txBody>
      </p:sp>
      <p:sp>
        <p:nvSpPr>
          <p:cNvPr id="3" name="TextBox 2">
            <a:extLst>
              <a:ext uri="{FF2B5EF4-FFF2-40B4-BE49-F238E27FC236}">
                <a16:creationId xmlns:a16="http://schemas.microsoft.com/office/drawing/2014/main" id="{A7769CBA-0203-1040-AB41-AA9E2AF0A174}"/>
              </a:ext>
            </a:extLst>
          </p:cNvPr>
          <p:cNvSpPr txBox="1"/>
          <p:nvPr/>
        </p:nvSpPr>
        <p:spPr>
          <a:xfrm>
            <a:off x="2319867" y="5072446"/>
            <a:ext cx="11920008" cy="2246769"/>
          </a:xfrm>
          <a:prstGeom prst="rect">
            <a:avLst/>
          </a:prstGeom>
          <a:noFill/>
        </p:spPr>
        <p:txBody>
          <a:bodyPr wrap="square" rtlCol="0">
            <a:spAutoFit/>
          </a:bodyPr>
          <a:lstStyle/>
          <a:p>
            <a:r>
              <a:rPr lang="en-US" sz="2000" dirty="0">
                <a:solidFill>
                  <a:srgbClr val="FFFD38"/>
                </a:solidFill>
              </a:rPr>
              <a:t>if age &gt; 30:	</a:t>
            </a:r>
          </a:p>
          <a:p>
            <a:r>
              <a:rPr lang="en-US" sz="2000" dirty="0">
                <a:solidFill>
                  <a:srgbClr val="FFFD38"/>
                </a:solidFill>
              </a:rPr>
              <a:t>	print("Wow...")</a:t>
            </a:r>
          </a:p>
          <a:p>
            <a:r>
              <a:rPr lang="en-US" sz="2000" dirty="0">
                <a:solidFill>
                  <a:srgbClr val="FFFD38"/>
                </a:solidFill>
              </a:rPr>
              <a:t>	print("You are old")</a:t>
            </a:r>
          </a:p>
          <a:p>
            <a:r>
              <a:rPr lang="en-US" sz="2000" dirty="0">
                <a:solidFill>
                  <a:srgbClr val="FFFD38"/>
                </a:solidFill>
              </a:rPr>
              <a:t>else:</a:t>
            </a:r>
          </a:p>
          <a:p>
            <a:r>
              <a:rPr lang="en-US" sz="2000" dirty="0">
                <a:solidFill>
                  <a:srgbClr val="FFFD38"/>
                </a:solidFill>
              </a:rPr>
              <a:t>	print("Hey!")	</a:t>
            </a:r>
          </a:p>
          <a:p>
            <a:r>
              <a:rPr lang="en-US" sz="2000" dirty="0">
                <a:solidFill>
                  <a:srgbClr val="FFFD38"/>
                </a:solidFill>
              </a:rPr>
              <a:t>	print("You are pretty </a:t>
            </a:r>
            <a:r>
              <a:rPr lang="en-US" sz="2000" dirty="0" err="1">
                <a:solidFill>
                  <a:srgbClr val="FFFD38"/>
                </a:solidFill>
              </a:rPr>
              <a:t>youung</a:t>
            </a:r>
            <a:r>
              <a:rPr lang="en-US" sz="2000" dirty="0">
                <a:solidFill>
                  <a:srgbClr val="FFFD38"/>
                </a:solidFill>
              </a:rPr>
              <a:t>")</a:t>
            </a:r>
          </a:p>
          <a:p>
            <a:endParaRPr lang="en-US" sz="2000" dirty="0">
              <a:solidFill>
                <a:srgbClr val="FFFD38"/>
              </a:solidFill>
            </a:endParaRPr>
          </a:p>
        </p:txBody>
      </p:sp>
      <p:sp>
        <p:nvSpPr>
          <p:cNvPr id="4" name="TextBox 3">
            <a:extLst>
              <a:ext uri="{FF2B5EF4-FFF2-40B4-BE49-F238E27FC236}">
                <a16:creationId xmlns:a16="http://schemas.microsoft.com/office/drawing/2014/main" id="{4B734370-C989-1D4C-825E-DC9CAEF35A26}"/>
              </a:ext>
            </a:extLst>
          </p:cNvPr>
          <p:cNvSpPr txBox="1"/>
          <p:nvPr/>
        </p:nvSpPr>
        <p:spPr>
          <a:xfrm>
            <a:off x="946523" y="7653866"/>
            <a:ext cx="10148932" cy="369332"/>
          </a:xfrm>
          <a:prstGeom prst="rect">
            <a:avLst/>
          </a:prstGeom>
          <a:noFill/>
        </p:spPr>
        <p:txBody>
          <a:bodyPr wrap="none" rtlCol="0">
            <a:spAutoFit/>
          </a:bodyPr>
          <a:lstStyle/>
          <a:p>
            <a:r>
              <a:rPr lang="en-US" sz="1800" dirty="0">
                <a:solidFill>
                  <a:schemeClr val="bg1"/>
                </a:solidFill>
              </a:rPr>
              <a:t>When you write Python programs, you can put space in front of a line of code using the “tab” key: </a:t>
            </a:r>
          </a:p>
        </p:txBody>
      </p:sp>
      <p:pic>
        <p:nvPicPr>
          <p:cNvPr id="6" name="Picture 5">
            <a:extLst>
              <a:ext uri="{FF2B5EF4-FFF2-40B4-BE49-F238E27FC236}">
                <a16:creationId xmlns:a16="http://schemas.microsoft.com/office/drawing/2014/main" id="{D6B7CF66-2393-4A44-A242-AE0103C05A8D}"/>
              </a:ext>
            </a:extLst>
          </p:cNvPr>
          <p:cNvPicPr>
            <a:picLocks noChangeAspect="1"/>
          </p:cNvPicPr>
          <p:nvPr/>
        </p:nvPicPr>
        <p:blipFill>
          <a:blip r:embed="rId3"/>
          <a:stretch>
            <a:fillRect/>
          </a:stretch>
        </p:blipFill>
        <p:spPr>
          <a:xfrm>
            <a:off x="11095455" y="7127332"/>
            <a:ext cx="1422400" cy="1422400"/>
          </a:xfrm>
          <a:prstGeom prst="rect">
            <a:avLst/>
          </a:prstGeom>
        </p:spPr>
      </p:pic>
      <p:sp>
        <p:nvSpPr>
          <p:cNvPr id="7" name="TextBox 6">
            <a:extLst>
              <a:ext uri="{FF2B5EF4-FFF2-40B4-BE49-F238E27FC236}">
                <a16:creationId xmlns:a16="http://schemas.microsoft.com/office/drawing/2014/main" id="{1EA2C1EF-7B27-8A47-B012-5A298FAFE696}"/>
              </a:ext>
            </a:extLst>
          </p:cNvPr>
          <p:cNvSpPr txBox="1"/>
          <p:nvPr/>
        </p:nvSpPr>
        <p:spPr>
          <a:xfrm>
            <a:off x="11095455" y="8659110"/>
            <a:ext cx="1635384" cy="307777"/>
          </a:xfrm>
          <a:prstGeom prst="rect">
            <a:avLst/>
          </a:prstGeom>
          <a:noFill/>
        </p:spPr>
        <p:txBody>
          <a:bodyPr wrap="none" rtlCol="0">
            <a:spAutoFit/>
          </a:bodyPr>
          <a:lstStyle/>
          <a:p>
            <a:r>
              <a:rPr lang="en-US" dirty="0">
                <a:solidFill>
                  <a:schemeClr val="bg1"/>
                </a:solidFill>
              </a:rPr>
              <a:t>Tab key from </a:t>
            </a:r>
            <a:r>
              <a:rPr lang="en-US" dirty="0">
                <a:solidFill>
                  <a:schemeClr val="bg1"/>
                </a:solidFill>
                <a:hlinkClick r:id="rId4"/>
              </a:rPr>
              <a:t>here</a:t>
            </a:r>
            <a:endParaRPr lang="en-US" dirty="0">
              <a:solidFill>
                <a:schemeClr val="bg1"/>
              </a:solidFill>
            </a:endParaRPr>
          </a:p>
        </p:txBody>
      </p:sp>
    </p:spTree>
    <p:extLst>
      <p:ext uri="{BB962C8B-B14F-4D97-AF65-F5344CB8AC3E}">
        <p14:creationId xmlns:p14="http://schemas.microsoft.com/office/powerpoint/2010/main" val="36360198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Shape 343"/>
          <p:cNvSpPr txBox="1"/>
          <p:nvPr/>
        </p:nvSpPr>
        <p:spPr>
          <a:xfrm>
            <a:off x="5395988" y="2404977"/>
            <a:ext cx="7918337" cy="6006500"/>
          </a:xfrm>
          <a:prstGeom prst="rect">
            <a:avLst/>
          </a:prstGeom>
          <a:noFill/>
          <a:ln w="12700" cap="rnd" cmpd="sng">
            <a:solidFill>
              <a:srgbClr val="FFFF00"/>
            </a:solidFill>
            <a:prstDash val="solid"/>
            <a:miter/>
            <a:headEnd type="none" w="med" len="med"/>
            <a:tailEnd type="none" w="med" len="med"/>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200" b="1" i="0" u="none" strike="noStrike" cap="none" dirty="0">
                <a:solidFill>
                  <a:schemeClr val="lt1"/>
                </a:solidFill>
                <a:latin typeface="Courier"/>
                <a:ea typeface="Courier"/>
                <a:cs typeface="Courier"/>
                <a:sym typeface="Courier New"/>
              </a:rPr>
              <a:t> </a:t>
            </a:r>
            <a:r>
              <a:rPr lang="en-US" sz="3200" i="0" u="none" strike="noStrike" cap="none" dirty="0">
                <a:solidFill>
                  <a:schemeClr val="lt1"/>
                </a:solidFill>
                <a:latin typeface="Courier"/>
                <a:ea typeface="Courier"/>
                <a:cs typeface="Courier"/>
                <a:sym typeface="Courier New"/>
              </a:rPr>
              <a:t>x = 5</a:t>
            </a:r>
          </a:p>
          <a:p>
            <a:pPr marL="0" marR="0" lvl="0" indent="0" algn="l" rtl="0">
              <a:lnSpc>
                <a:spcPct val="100000"/>
              </a:lnSpc>
              <a:spcBef>
                <a:spcPts val="0"/>
              </a:spcBef>
              <a:spcAft>
                <a:spcPts val="0"/>
              </a:spcAft>
              <a:buClr>
                <a:schemeClr val="lt1"/>
              </a:buClr>
              <a:buSzPct val="25000"/>
              <a:buFont typeface="Cabin"/>
              <a:buNone/>
            </a:pPr>
            <a:r>
              <a:rPr lang="en-US" sz="3200" i="0" u="none" strike="noStrike" cap="none" dirty="0">
                <a:solidFill>
                  <a:schemeClr val="lt1"/>
                </a:solidFill>
                <a:latin typeface="Courier"/>
                <a:ea typeface="Courier"/>
                <a:cs typeface="Courier"/>
                <a:sym typeface="Courier New"/>
              </a:rPr>
              <a:t> if x &gt; 2 :</a:t>
            </a:r>
          </a:p>
          <a:p>
            <a:pPr lvl="0">
              <a:buClr>
                <a:schemeClr val="lt1"/>
              </a:buClr>
              <a:buSzPct val="25000"/>
            </a:pPr>
            <a:r>
              <a:rPr lang="en-US" sz="3200" i="0" u="none" strike="noStrike" cap="none" dirty="0">
                <a:solidFill>
                  <a:schemeClr val="lt1"/>
                </a:solidFill>
                <a:latin typeface="Courier"/>
                <a:ea typeface="Courier"/>
                <a:cs typeface="Courier"/>
                <a:sym typeface="Courier New"/>
              </a:rPr>
              <a:t>     print('Bigger than </a:t>
            </a:r>
            <a:r>
              <a:rPr lang="en-US" sz="3200" dirty="0">
                <a:solidFill>
                  <a:schemeClr val="lt1"/>
                </a:solidFill>
                <a:latin typeface="Courier"/>
                <a:ea typeface="Courier"/>
                <a:cs typeface="Courier"/>
                <a:sym typeface="Courier New"/>
              </a:rPr>
              <a:t>2')</a:t>
            </a:r>
            <a:endParaRPr lang="en-US" sz="3200" i="0" u="none" strike="noStrike" cap="none" dirty="0">
              <a:solidFill>
                <a:schemeClr val="lt1"/>
              </a:solidFill>
              <a:latin typeface="Courier"/>
              <a:ea typeface="Courier"/>
              <a:cs typeface="Courier"/>
              <a:sym typeface="Courier New"/>
            </a:endParaRPr>
          </a:p>
          <a:p>
            <a:pPr lvl="0">
              <a:buClr>
                <a:schemeClr val="lt1"/>
              </a:buClr>
              <a:buSzPct val="25000"/>
            </a:pPr>
            <a:r>
              <a:rPr lang="en-US" sz="3200" i="0" u="none" strike="noStrike" cap="none" dirty="0">
                <a:solidFill>
                  <a:schemeClr val="lt1"/>
                </a:solidFill>
                <a:latin typeface="Courier"/>
                <a:ea typeface="Courier"/>
                <a:cs typeface="Courier"/>
                <a:sym typeface="Courier New"/>
              </a:rPr>
              <a:t>     print('Still </a:t>
            </a:r>
            <a:r>
              <a:rPr lang="en-US" sz="3200" dirty="0">
                <a:solidFill>
                  <a:schemeClr val="lt1"/>
                </a:solidFill>
                <a:latin typeface="Courier"/>
                <a:ea typeface="Courier"/>
                <a:cs typeface="Courier"/>
                <a:sym typeface="Courier New"/>
              </a:rPr>
              <a:t>bigger')</a:t>
            </a:r>
            <a:endParaRPr lang="en-US" sz="3200" i="0" u="none" strike="noStrike" cap="none" dirty="0">
              <a:solidFill>
                <a:schemeClr val="lt1"/>
              </a:solidFill>
              <a:latin typeface="Courier"/>
              <a:ea typeface="Courier"/>
              <a:cs typeface="Courier"/>
              <a:sym typeface="Courier New"/>
            </a:endParaRPr>
          </a:p>
          <a:p>
            <a:pPr lvl="0">
              <a:buClr>
                <a:schemeClr val="lt1"/>
              </a:buClr>
              <a:buSzPct val="25000"/>
            </a:pPr>
            <a:r>
              <a:rPr lang="en-US" sz="3200" i="0" u="none" strike="noStrike" cap="none" dirty="0">
                <a:solidFill>
                  <a:schemeClr val="lt1"/>
                </a:solidFill>
                <a:latin typeface="Courier"/>
                <a:ea typeface="Courier"/>
                <a:cs typeface="Courier"/>
                <a:sym typeface="Courier New"/>
              </a:rPr>
              <a:t> print('Done with </a:t>
            </a:r>
            <a:r>
              <a:rPr lang="en-US" sz="3200" dirty="0">
                <a:solidFill>
                  <a:schemeClr val="lt1"/>
                </a:solidFill>
                <a:latin typeface="Courier"/>
                <a:ea typeface="Courier"/>
                <a:cs typeface="Courier"/>
                <a:sym typeface="Courier New"/>
              </a:rPr>
              <a:t>2')</a:t>
            </a:r>
            <a:endParaRPr lang="en-US" sz="3200" i="0" u="none" strike="noStrike" cap="none" dirty="0">
              <a:solidFill>
                <a:schemeClr val="lt1"/>
              </a:solidFill>
              <a:latin typeface="Courier"/>
              <a:ea typeface="Courier"/>
              <a:cs typeface="Courier"/>
              <a:sym typeface="Courier New"/>
            </a:endParaRPr>
          </a:p>
          <a:p>
            <a:pPr marL="0" marR="0" lvl="0" indent="0" algn="ctr" rtl="0">
              <a:lnSpc>
                <a:spcPct val="100000"/>
              </a:lnSpc>
              <a:spcBef>
                <a:spcPts val="0"/>
              </a:spcBef>
              <a:spcAft>
                <a:spcPts val="0"/>
              </a:spcAft>
              <a:buNone/>
            </a:pPr>
            <a:endParaRPr sz="32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200" i="0" u="none" strike="noStrike" cap="none" dirty="0">
                <a:solidFill>
                  <a:schemeClr val="lt1"/>
                </a:solidFill>
                <a:latin typeface="Courier"/>
                <a:ea typeface="Courier"/>
                <a:cs typeface="Courier"/>
                <a:sym typeface="Courier New"/>
              </a:rPr>
              <a:t> for </a:t>
            </a:r>
            <a:r>
              <a:rPr lang="en-US" sz="3200" i="0" u="none" strike="noStrike" cap="none" dirty="0" err="1">
                <a:solidFill>
                  <a:schemeClr val="lt1"/>
                </a:solidFill>
                <a:latin typeface="Courier"/>
                <a:ea typeface="Courier"/>
                <a:cs typeface="Courier"/>
                <a:sym typeface="Courier New"/>
              </a:rPr>
              <a:t>i</a:t>
            </a:r>
            <a:r>
              <a:rPr lang="en-US" sz="3200" i="0" u="none" strike="noStrike" cap="none" dirty="0">
                <a:solidFill>
                  <a:schemeClr val="lt1"/>
                </a:solidFill>
                <a:latin typeface="Courier"/>
                <a:ea typeface="Courier"/>
                <a:cs typeface="Courier"/>
                <a:sym typeface="Courier New"/>
              </a:rPr>
              <a:t> in range(5) :</a:t>
            </a:r>
          </a:p>
          <a:p>
            <a:pPr marL="0" marR="0" lvl="0" indent="0" algn="l" rtl="0">
              <a:lnSpc>
                <a:spcPct val="100000"/>
              </a:lnSpc>
              <a:spcBef>
                <a:spcPts val="0"/>
              </a:spcBef>
              <a:spcAft>
                <a:spcPts val="0"/>
              </a:spcAft>
              <a:buClr>
                <a:schemeClr val="lt1"/>
              </a:buClr>
              <a:buSzPct val="25000"/>
              <a:buFont typeface="Cabin"/>
              <a:buNone/>
            </a:pPr>
            <a:r>
              <a:rPr lang="en-US" sz="3200" i="0" u="none" strike="noStrike" cap="none" dirty="0">
                <a:solidFill>
                  <a:schemeClr val="lt1"/>
                </a:solidFill>
                <a:latin typeface="Courier"/>
                <a:ea typeface="Courier"/>
                <a:cs typeface="Courier"/>
                <a:sym typeface="Courier New"/>
              </a:rPr>
              <a:t>     print(</a:t>
            </a:r>
            <a:r>
              <a:rPr lang="en-US" sz="3200" i="0" u="none" strike="noStrike" cap="none" dirty="0" err="1">
                <a:solidFill>
                  <a:schemeClr val="lt1"/>
                </a:solidFill>
                <a:latin typeface="Courier"/>
                <a:ea typeface="Courier"/>
                <a:cs typeface="Courier"/>
                <a:sym typeface="Courier New"/>
              </a:rPr>
              <a:t>i</a:t>
            </a:r>
            <a:r>
              <a:rPr lang="en-US" sz="3200" i="0" u="none" strike="noStrike" cap="none" dirty="0">
                <a:solidFill>
                  <a:schemeClr val="lt1"/>
                </a:solidFill>
                <a:latin typeface="Courier"/>
                <a:ea typeface="Courier"/>
                <a:cs typeface="Courier"/>
                <a:sym typeface="Courier New"/>
              </a:rPr>
              <a:t>)</a:t>
            </a:r>
          </a:p>
          <a:p>
            <a:pPr marL="0" marR="0" lvl="0" indent="0" algn="l" rtl="0">
              <a:lnSpc>
                <a:spcPct val="100000"/>
              </a:lnSpc>
              <a:spcBef>
                <a:spcPts val="0"/>
              </a:spcBef>
              <a:spcAft>
                <a:spcPts val="0"/>
              </a:spcAft>
              <a:buClr>
                <a:schemeClr val="lt1"/>
              </a:buClr>
              <a:buSzPct val="25000"/>
              <a:buFont typeface="Cabin"/>
              <a:buNone/>
            </a:pPr>
            <a:r>
              <a:rPr lang="en-US" sz="3200" i="0" u="none" strike="noStrike" cap="none" dirty="0">
                <a:solidFill>
                  <a:schemeClr val="lt1"/>
                </a:solidFill>
                <a:latin typeface="Courier"/>
                <a:ea typeface="Courier"/>
                <a:cs typeface="Courier"/>
                <a:sym typeface="Courier New"/>
              </a:rPr>
              <a:t>     if </a:t>
            </a:r>
            <a:r>
              <a:rPr lang="en-US" sz="3200" i="0" u="none" strike="noStrike" cap="none" dirty="0" err="1">
                <a:solidFill>
                  <a:schemeClr val="lt1"/>
                </a:solidFill>
                <a:latin typeface="Courier"/>
                <a:ea typeface="Courier"/>
                <a:cs typeface="Courier"/>
                <a:sym typeface="Courier New"/>
              </a:rPr>
              <a:t>i</a:t>
            </a:r>
            <a:r>
              <a:rPr lang="en-US" sz="3200" i="0" u="none" strike="noStrike" cap="none" dirty="0">
                <a:solidFill>
                  <a:schemeClr val="lt1"/>
                </a:solidFill>
                <a:latin typeface="Courier"/>
                <a:ea typeface="Courier"/>
                <a:cs typeface="Courier"/>
                <a:sym typeface="Courier New"/>
              </a:rPr>
              <a:t> &gt; 2 : </a:t>
            </a:r>
          </a:p>
          <a:p>
            <a:pPr lvl="0">
              <a:buClr>
                <a:schemeClr val="lt1"/>
              </a:buClr>
              <a:buSzPct val="25000"/>
            </a:pPr>
            <a:r>
              <a:rPr lang="en-US" sz="3200" i="0" u="none" strike="noStrike" cap="none" dirty="0">
                <a:solidFill>
                  <a:schemeClr val="lt1"/>
                </a:solidFill>
                <a:latin typeface="Courier"/>
                <a:ea typeface="Courier"/>
                <a:cs typeface="Courier"/>
                <a:sym typeface="Courier New"/>
              </a:rPr>
              <a:t>         print('Bigger than </a:t>
            </a:r>
            <a:r>
              <a:rPr lang="en-US" sz="3200" dirty="0">
                <a:solidFill>
                  <a:schemeClr val="lt1"/>
                </a:solidFill>
                <a:latin typeface="Courier"/>
                <a:ea typeface="Courier"/>
                <a:cs typeface="Courier"/>
                <a:sym typeface="Courier New"/>
              </a:rPr>
              <a:t>2')</a:t>
            </a:r>
            <a:endParaRPr lang="en-US" sz="32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200" i="0" u="none" strike="noStrike" cap="none" dirty="0">
                <a:solidFill>
                  <a:schemeClr val="lt1"/>
                </a:solidFill>
                <a:latin typeface="Courier"/>
                <a:ea typeface="Courier"/>
                <a:cs typeface="Courier"/>
                <a:sym typeface="Courier New"/>
              </a:rPr>
              <a:t>     print('Done with </a:t>
            </a:r>
            <a:r>
              <a:rPr lang="en-US" sz="3200" i="0" u="none" strike="noStrike" cap="none" dirty="0" err="1">
                <a:solidFill>
                  <a:schemeClr val="lt1"/>
                </a:solidFill>
                <a:latin typeface="Courier"/>
                <a:ea typeface="Courier"/>
                <a:cs typeface="Courier"/>
                <a:sym typeface="Courier New"/>
              </a:rPr>
              <a:t>i</a:t>
            </a:r>
            <a:r>
              <a:rPr lang="en-US" sz="3200" i="0" u="none" strike="noStrike" cap="none" dirty="0">
                <a:solidFill>
                  <a:schemeClr val="lt1"/>
                </a:solidFill>
                <a:latin typeface="Courier"/>
                <a:ea typeface="Courier"/>
                <a:cs typeface="Courier"/>
                <a:sym typeface="Courier New"/>
              </a:rPr>
              <a:t>', </a:t>
            </a:r>
            <a:r>
              <a:rPr lang="en-US" sz="3200" i="0" u="none" strike="noStrike" cap="none" dirty="0" err="1">
                <a:solidFill>
                  <a:schemeClr val="lt1"/>
                </a:solidFill>
                <a:latin typeface="Courier"/>
                <a:ea typeface="Courier"/>
                <a:cs typeface="Courier"/>
                <a:sym typeface="Courier New"/>
              </a:rPr>
              <a:t>i</a:t>
            </a:r>
            <a:r>
              <a:rPr lang="en-US" sz="3200" i="0" u="none" strike="noStrike" cap="none" dirty="0">
                <a:solidFill>
                  <a:schemeClr val="lt1"/>
                </a:solidFill>
                <a:latin typeface="Courier"/>
                <a:ea typeface="Courier"/>
                <a:cs typeface="Courier"/>
                <a:sym typeface="Courier New"/>
              </a:rPr>
              <a:t>)</a:t>
            </a:r>
          </a:p>
          <a:p>
            <a:pPr marL="0" marR="0" lvl="0" indent="0" algn="l" rtl="0">
              <a:lnSpc>
                <a:spcPct val="100000"/>
              </a:lnSpc>
              <a:spcBef>
                <a:spcPts val="0"/>
              </a:spcBef>
              <a:spcAft>
                <a:spcPts val="0"/>
              </a:spcAft>
              <a:buClr>
                <a:schemeClr val="lt1"/>
              </a:buClr>
              <a:buSzPct val="25000"/>
              <a:buFont typeface="Cabin"/>
              <a:buNone/>
            </a:pPr>
            <a:r>
              <a:rPr lang="en-US" sz="3200" dirty="0">
                <a:solidFill>
                  <a:schemeClr val="lt1"/>
                </a:solidFill>
                <a:latin typeface="Courier"/>
                <a:ea typeface="Courier"/>
                <a:cs typeface="Courier"/>
                <a:sym typeface="Courier New"/>
              </a:rPr>
              <a:t> print('All Done') </a:t>
            </a:r>
          </a:p>
        </p:txBody>
      </p:sp>
      <p:sp>
        <p:nvSpPr>
          <p:cNvPr id="344" name="Shape 344"/>
          <p:cNvSpPr txBox="1"/>
          <p:nvPr/>
        </p:nvSpPr>
        <p:spPr>
          <a:xfrm>
            <a:off x="4144962" y="957300"/>
            <a:ext cx="7183437" cy="1257262"/>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rgbClr val="00FF00"/>
              </a:buClr>
              <a:buSzPct val="25000"/>
              <a:buFont typeface="Cabin"/>
              <a:buNone/>
            </a:pPr>
            <a:r>
              <a:rPr lang="en-US" sz="3600" u="none" strike="noStrike" cap="none" dirty="0">
                <a:solidFill>
                  <a:srgbClr val="00FF00"/>
                </a:solidFill>
                <a:latin typeface="Arial" charset="0"/>
                <a:ea typeface="Arial" charset="0"/>
                <a:cs typeface="Arial" charset="0"/>
                <a:sym typeface="Cabin"/>
              </a:rPr>
              <a:t>increase / </a:t>
            </a:r>
            <a:r>
              <a:rPr lang="en-US" sz="3600" u="none" strike="noStrike" cap="none" dirty="0">
                <a:solidFill>
                  <a:srgbClr val="FFFF00"/>
                </a:solidFill>
                <a:latin typeface="Arial" charset="0"/>
                <a:ea typeface="Arial" charset="0"/>
                <a:cs typeface="Arial" charset="0"/>
                <a:sym typeface="Cabin"/>
              </a:rPr>
              <a:t>maintain</a:t>
            </a:r>
            <a:r>
              <a:rPr lang="en-US" sz="3600" u="none" strike="noStrike" cap="none" dirty="0">
                <a:solidFill>
                  <a:srgbClr val="00FF00"/>
                </a:solidFill>
                <a:latin typeface="Arial" charset="0"/>
                <a:ea typeface="Arial" charset="0"/>
                <a:cs typeface="Arial" charset="0"/>
                <a:sym typeface="Cabin"/>
              </a:rPr>
              <a:t> </a:t>
            </a:r>
            <a:r>
              <a:rPr lang="en-US" sz="3600" u="none" strike="noStrike" cap="none" dirty="0">
                <a:solidFill>
                  <a:srgbClr val="FFFFFF"/>
                </a:solidFill>
                <a:latin typeface="Arial" charset="0"/>
                <a:ea typeface="Arial" charset="0"/>
                <a:cs typeface="Arial" charset="0"/>
                <a:sym typeface="Cabin"/>
              </a:rPr>
              <a:t>after if or for</a:t>
            </a:r>
          </a:p>
          <a:p>
            <a:pPr marL="0" marR="0" lvl="0" indent="0" algn="ctr" rtl="0">
              <a:lnSpc>
                <a:spcPct val="100000"/>
              </a:lnSpc>
              <a:spcBef>
                <a:spcPts val="0"/>
              </a:spcBef>
              <a:spcAft>
                <a:spcPts val="0"/>
              </a:spcAft>
              <a:buClr>
                <a:srgbClr val="00FF00"/>
              </a:buClr>
              <a:buFont typeface="Cabin"/>
              <a:buNone/>
            </a:pPr>
            <a:endParaRPr sz="1200" dirty="0">
              <a:solidFill>
                <a:srgbClr val="00FF00"/>
              </a:solidFill>
              <a:latin typeface="Arial" charset="0"/>
              <a:ea typeface="Arial" charset="0"/>
              <a:cs typeface="Arial" charset="0"/>
              <a:sym typeface="Cabin"/>
            </a:endParaRPr>
          </a:p>
          <a:p>
            <a:pPr marL="0" marR="0" lvl="0" indent="0" algn="ctr" rtl="0">
              <a:lnSpc>
                <a:spcPct val="100000"/>
              </a:lnSpc>
              <a:spcBef>
                <a:spcPts val="0"/>
              </a:spcBef>
              <a:spcAft>
                <a:spcPts val="0"/>
              </a:spcAft>
              <a:buClr>
                <a:srgbClr val="FF00FF"/>
              </a:buClr>
              <a:buSzPct val="25000"/>
              <a:buFont typeface="Cabin"/>
              <a:buNone/>
            </a:pPr>
            <a:r>
              <a:rPr lang="en-US" sz="3600" u="none" strike="noStrike" cap="none" dirty="0">
                <a:solidFill>
                  <a:srgbClr val="FF9900"/>
                </a:solidFill>
                <a:latin typeface="Arial" charset="0"/>
                <a:ea typeface="Arial" charset="0"/>
                <a:cs typeface="Arial" charset="0"/>
                <a:sym typeface="Cabin"/>
              </a:rPr>
              <a:t>decrease </a:t>
            </a:r>
            <a:r>
              <a:rPr lang="en-US" sz="3600" u="none" strike="noStrike" cap="none" dirty="0">
                <a:solidFill>
                  <a:srgbClr val="F3F3F3"/>
                </a:solidFill>
                <a:latin typeface="Arial" charset="0"/>
                <a:ea typeface="Arial" charset="0"/>
                <a:cs typeface="Arial" charset="0"/>
                <a:sym typeface="Cabin"/>
              </a:rPr>
              <a:t>to indicate end of block</a:t>
            </a:r>
          </a:p>
          <a:p>
            <a:pPr marL="0" marR="0" lvl="0" indent="0" algn="l" rtl="0">
              <a:lnSpc>
                <a:spcPct val="100000"/>
              </a:lnSpc>
              <a:spcBef>
                <a:spcPts val="0"/>
              </a:spcBef>
              <a:spcAft>
                <a:spcPts val="0"/>
              </a:spcAft>
              <a:buClr>
                <a:srgbClr val="FF7F00"/>
              </a:buClr>
              <a:buFont typeface="Cabin"/>
              <a:buNone/>
            </a:pPr>
            <a:endParaRPr dirty="0"/>
          </a:p>
        </p:txBody>
      </p:sp>
      <p:cxnSp>
        <p:nvCxnSpPr>
          <p:cNvPr id="345" name="Shape 345"/>
          <p:cNvCxnSpPr/>
          <p:nvPr/>
        </p:nvCxnSpPr>
        <p:spPr>
          <a:xfrm>
            <a:off x="3187095" y="4787900"/>
            <a:ext cx="568200" cy="0"/>
          </a:xfrm>
          <a:prstGeom prst="straightConnector1">
            <a:avLst/>
          </a:prstGeom>
          <a:noFill/>
          <a:ln w="76200" cap="rnd" cmpd="sng">
            <a:solidFill>
              <a:srgbClr val="FF9900"/>
            </a:solidFill>
            <a:prstDash val="solid"/>
            <a:miter/>
            <a:headEnd type="stealth" w="med" len="med"/>
            <a:tailEnd type="none" w="med" len="med"/>
          </a:ln>
        </p:spPr>
      </p:cxnSp>
      <p:cxnSp>
        <p:nvCxnSpPr>
          <p:cNvPr id="346" name="Shape 346"/>
          <p:cNvCxnSpPr/>
          <p:nvPr/>
        </p:nvCxnSpPr>
        <p:spPr>
          <a:xfrm rot="10800000">
            <a:off x="3818860" y="3721062"/>
            <a:ext cx="673199" cy="4799"/>
          </a:xfrm>
          <a:prstGeom prst="straightConnector1">
            <a:avLst/>
          </a:prstGeom>
          <a:noFill/>
          <a:ln w="76200" cap="rnd" cmpd="sng">
            <a:solidFill>
              <a:srgbClr val="00FF00"/>
            </a:solidFill>
            <a:prstDash val="solid"/>
            <a:miter/>
            <a:headEnd type="stealth" w="med" len="med"/>
            <a:tailEnd type="none" w="med" len="med"/>
          </a:ln>
        </p:spPr>
      </p:cxnSp>
      <p:cxnSp>
        <p:nvCxnSpPr>
          <p:cNvPr id="347" name="Shape 347"/>
          <p:cNvCxnSpPr/>
          <p:nvPr/>
        </p:nvCxnSpPr>
        <p:spPr>
          <a:xfrm rot="10800000">
            <a:off x="4503199" y="7192961"/>
            <a:ext cx="673199" cy="4799"/>
          </a:xfrm>
          <a:prstGeom prst="straightConnector1">
            <a:avLst/>
          </a:prstGeom>
          <a:noFill/>
          <a:ln w="76200" cap="rnd" cmpd="sng">
            <a:solidFill>
              <a:srgbClr val="00FF00"/>
            </a:solidFill>
            <a:prstDash val="solid"/>
            <a:miter/>
            <a:headEnd type="stealth" w="med" len="med"/>
            <a:tailEnd type="none" w="med" len="med"/>
          </a:ln>
        </p:spPr>
      </p:cxnSp>
      <p:cxnSp>
        <p:nvCxnSpPr>
          <p:cNvPr id="348" name="Shape 348"/>
          <p:cNvCxnSpPr/>
          <p:nvPr/>
        </p:nvCxnSpPr>
        <p:spPr>
          <a:xfrm>
            <a:off x="3794955" y="7620000"/>
            <a:ext cx="568200" cy="0"/>
          </a:xfrm>
          <a:prstGeom prst="straightConnector1">
            <a:avLst/>
          </a:prstGeom>
          <a:noFill/>
          <a:ln w="76200" cap="rnd" cmpd="sng">
            <a:solidFill>
              <a:srgbClr val="FF9900"/>
            </a:solidFill>
            <a:prstDash val="solid"/>
            <a:miter/>
            <a:headEnd type="stealth" w="med" len="med"/>
            <a:tailEnd type="none" w="med" len="med"/>
          </a:ln>
        </p:spPr>
      </p:cxnSp>
      <p:cxnSp>
        <p:nvCxnSpPr>
          <p:cNvPr id="349" name="Shape 349"/>
          <p:cNvCxnSpPr/>
          <p:nvPr/>
        </p:nvCxnSpPr>
        <p:spPr>
          <a:xfrm rot="10800000">
            <a:off x="3830000" y="6273762"/>
            <a:ext cx="673199" cy="4799"/>
          </a:xfrm>
          <a:prstGeom prst="straightConnector1">
            <a:avLst/>
          </a:prstGeom>
          <a:noFill/>
          <a:ln w="76200" cap="rnd" cmpd="sng">
            <a:solidFill>
              <a:srgbClr val="00FF00"/>
            </a:solidFill>
            <a:prstDash val="solid"/>
            <a:miter/>
            <a:headEnd type="stealth" w="med" len="med"/>
            <a:tailEnd type="none" w="med" len="med"/>
          </a:ln>
        </p:spPr>
      </p:cxnSp>
      <p:cxnSp>
        <p:nvCxnSpPr>
          <p:cNvPr id="350" name="Shape 350"/>
          <p:cNvCxnSpPr/>
          <p:nvPr/>
        </p:nvCxnSpPr>
        <p:spPr>
          <a:xfrm rot="10800000">
            <a:off x="3830000" y="4241762"/>
            <a:ext cx="673199" cy="4799"/>
          </a:xfrm>
          <a:prstGeom prst="straightConnector1">
            <a:avLst/>
          </a:prstGeom>
          <a:noFill/>
          <a:ln w="76200" cap="rnd" cmpd="sng">
            <a:solidFill>
              <a:srgbClr val="FFFF00"/>
            </a:solidFill>
            <a:prstDash val="solid"/>
            <a:miter/>
            <a:headEnd type="stealth" w="med" len="med"/>
            <a:tailEnd type="none" w="med" len="med"/>
          </a:ln>
        </p:spPr>
      </p:cxnSp>
      <p:cxnSp>
        <p:nvCxnSpPr>
          <p:cNvPr id="351" name="Shape 351"/>
          <p:cNvCxnSpPr/>
          <p:nvPr/>
        </p:nvCxnSpPr>
        <p:spPr>
          <a:xfrm rot="10800000">
            <a:off x="3830000" y="6794461"/>
            <a:ext cx="673199" cy="4799"/>
          </a:xfrm>
          <a:prstGeom prst="straightConnector1">
            <a:avLst/>
          </a:prstGeom>
          <a:noFill/>
          <a:ln w="76200" cap="rnd" cmpd="sng">
            <a:solidFill>
              <a:srgbClr val="FFFF00"/>
            </a:solidFill>
            <a:prstDash val="solid"/>
            <a:miter/>
            <a:headEnd type="stealth" w="med" len="med"/>
            <a:tailEnd type="none" w="med" len="med"/>
          </a:ln>
        </p:spPr>
      </p:cxnSp>
      <p:cxnSp>
        <p:nvCxnSpPr>
          <p:cNvPr id="352" name="Shape 352"/>
          <p:cNvCxnSpPr/>
          <p:nvPr/>
        </p:nvCxnSpPr>
        <p:spPr>
          <a:xfrm rot="10800000">
            <a:off x="3261800" y="5718064"/>
            <a:ext cx="673199" cy="4799"/>
          </a:xfrm>
          <a:prstGeom prst="straightConnector1">
            <a:avLst/>
          </a:prstGeom>
          <a:noFill/>
          <a:ln w="76200" cap="rnd" cmpd="sng">
            <a:solidFill>
              <a:srgbClr val="FFFF00"/>
            </a:solidFill>
            <a:prstDash val="solid"/>
            <a:miter/>
            <a:headEnd type="stealth" w="med" len="med"/>
            <a:tailEnd type="none" w="med" len="med"/>
          </a:ln>
        </p:spPr>
      </p:cxnSp>
      <p:cxnSp>
        <p:nvCxnSpPr>
          <p:cNvPr id="353" name="Shape 353"/>
          <p:cNvCxnSpPr/>
          <p:nvPr/>
        </p:nvCxnSpPr>
        <p:spPr>
          <a:xfrm rot="10800000">
            <a:off x="3395540" y="2705061"/>
            <a:ext cx="673199" cy="4799"/>
          </a:xfrm>
          <a:prstGeom prst="straightConnector1">
            <a:avLst/>
          </a:prstGeom>
          <a:noFill/>
          <a:ln w="76200" cap="rnd" cmpd="sng">
            <a:solidFill>
              <a:srgbClr val="FFFF00"/>
            </a:solidFill>
            <a:prstDash val="solid"/>
            <a:miter/>
            <a:headEnd type="stealth" w="med" len="med"/>
            <a:tailEnd type="none" w="med" len="med"/>
          </a:ln>
        </p:spPr>
      </p:cxnSp>
      <p:cxnSp>
        <p:nvCxnSpPr>
          <p:cNvPr id="354" name="Shape 354"/>
          <p:cNvCxnSpPr/>
          <p:nvPr/>
        </p:nvCxnSpPr>
        <p:spPr>
          <a:xfrm rot="10800000">
            <a:off x="3395540" y="3187661"/>
            <a:ext cx="673199" cy="4799"/>
          </a:xfrm>
          <a:prstGeom prst="straightConnector1">
            <a:avLst/>
          </a:prstGeom>
          <a:noFill/>
          <a:ln w="76200" cap="rnd" cmpd="sng">
            <a:solidFill>
              <a:srgbClr val="FFFF00"/>
            </a:solidFill>
            <a:prstDash val="solid"/>
            <a:miter/>
            <a:headEnd type="stealth" w="med" len="med"/>
            <a:tailEnd type="none" w="med" len="med"/>
          </a:ln>
        </p:spPr>
      </p:cxnSp>
      <p:cxnSp>
        <p:nvCxnSpPr>
          <p:cNvPr id="355" name="Shape 355"/>
          <p:cNvCxnSpPr/>
          <p:nvPr/>
        </p:nvCxnSpPr>
        <p:spPr>
          <a:xfrm>
            <a:off x="3261800" y="8077200"/>
            <a:ext cx="568200" cy="0"/>
          </a:xfrm>
          <a:prstGeom prst="straightConnector1">
            <a:avLst/>
          </a:prstGeom>
          <a:noFill/>
          <a:ln w="76200" cap="rnd" cmpd="sng">
            <a:solidFill>
              <a:srgbClr val="FF9900"/>
            </a:solidFill>
            <a:prstDash val="solid"/>
            <a:miter/>
            <a:headEnd type="stealth" w="med" len="med"/>
            <a:tailEnd type="none" w="med" len="med"/>
          </a:ln>
        </p:spPr>
      </p:cxnSp>
    </p:spTree>
    <p:extLst>
      <p:ext uri="{BB962C8B-B14F-4D97-AF65-F5344CB8AC3E}">
        <p14:creationId xmlns:p14="http://schemas.microsoft.com/office/powerpoint/2010/main" val="36659950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sp>
        <p:nvSpPr>
          <p:cNvPr id="290" name="Shape 290"/>
          <p:cNvSpPr txBox="1">
            <a:spLocks noGrp="1"/>
          </p:cNvSpPr>
          <p:nvPr>
            <p:ph type="title"/>
          </p:nvPr>
        </p:nvSpPr>
        <p:spPr>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Code Break!</a:t>
            </a:r>
          </a:p>
        </p:txBody>
      </p:sp>
      <p:sp>
        <p:nvSpPr>
          <p:cNvPr id="2" name="TextBox 1">
            <a:extLst>
              <a:ext uri="{FF2B5EF4-FFF2-40B4-BE49-F238E27FC236}">
                <a16:creationId xmlns:a16="http://schemas.microsoft.com/office/drawing/2014/main" id="{B4051B5A-0193-9040-9899-5B115C28EECD}"/>
              </a:ext>
            </a:extLst>
          </p:cNvPr>
          <p:cNvSpPr txBox="1"/>
          <p:nvPr/>
        </p:nvSpPr>
        <p:spPr>
          <a:xfrm>
            <a:off x="763644" y="3471332"/>
            <a:ext cx="14679556" cy="3323987"/>
          </a:xfrm>
          <a:prstGeom prst="rect">
            <a:avLst/>
          </a:prstGeom>
          <a:noFill/>
        </p:spPr>
        <p:txBody>
          <a:bodyPr wrap="square" rtlCol="0">
            <a:spAutoFit/>
          </a:bodyPr>
          <a:lstStyle/>
          <a:p>
            <a:r>
              <a:rPr lang="en-US" sz="3000" dirty="0">
                <a:solidFill>
                  <a:schemeClr val="bg1"/>
                </a:solidFill>
              </a:rPr>
              <a:t>Change your age program from earlier so that the user gets a special message if they are the same age as you. For instance, my program would look like this when it runs:</a:t>
            </a:r>
          </a:p>
          <a:p>
            <a:endParaRPr lang="en-US" sz="3000" dirty="0">
              <a:solidFill>
                <a:schemeClr val="bg1"/>
              </a:solidFill>
            </a:endParaRPr>
          </a:p>
          <a:p>
            <a:r>
              <a:rPr lang="en-US" sz="3000" dirty="0">
                <a:solidFill>
                  <a:schemeClr val="bg1"/>
                </a:solidFill>
              </a:rPr>
              <a:t>How old are you? </a:t>
            </a:r>
            <a:r>
              <a:rPr lang="en-US" sz="3000" dirty="0">
                <a:solidFill>
                  <a:srgbClr val="29FD2F"/>
                </a:solidFill>
              </a:rPr>
              <a:t>28</a:t>
            </a:r>
          </a:p>
          <a:p>
            <a:r>
              <a:rPr lang="en-US" sz="3000" dirty="0">
                <a:solidFill>
                  <a:schemeClr val="bg1"/>
                </a:solidFill>
              </a:rPr>
              <a:t>Hey! You’re the same age as me!</a:t>
            </a:r>
          </a:p>
          <a:p>
            <a:endParaRPr lang="en-US" sz="3000" dirty="0">
              <a:solidFill>
                <a:schemeClr val="bg1"/>
              </a:solidFill>
            </a:endParaRPr>
          </a:p>
          <a:p>
            <a:r>
              <a:rPr lang="en-US" sz="3000" dirty="0">
                <a:solidFill>
                  <a:srgbClr val="29FD2F"/>
                </a:solidFill>
              </a:rPr>
              <a:t>If I put in a different number such as 28, I do not get the secret message.</a:t>
            </a:r>
          </a:p>
        </p:txBody>
      </p:sp>
    </p:spTree>
    <p:extLst>
      <p:ext uri="{BB962C8B-B14F-4D97-AF65-F5344CB8AC3E}">
        <p14:creationId xmlns:p14="http://schemas.microsoft.com/office/powerpoint/2010/main" val="312939905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87" name="Shape 387"/>
          <p:cNvSpPr txBox="1"/>
          <p:nvPr/>
        </p:nvSpPr>
        <p:spPr>
          <a:xfrm>
            <a:off x="1406763" y="3285648"/>
            <a:ext cx="6953818" cy="3332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x = 42</a:t>
            </a: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if x &gt; 1 :</a:t>
            </a:r>
          </a:p>
          <a:p>
            <a:pPr lvl="0">
              <a:buClr>
                <a:srgbClr val="00FF00"/>
              </a:buClr>
              <a:buSzPct val="25000"/>
            </a:pPr>
            <a:r>
              <a:rPr lang="en-US" sz="3000" i="0" u="none" strike="noStrike" cap="none" dirty="0">
                <a:solidFill>
                  <a:srgbClr val="00FF00"/>
                </a:solidFill>
                <a:latin typeface="Courier"/>
                <a:ea typeface="Courier"/>
                <a:cs typeface="Courier"/>
                <a:sym typeface="Courier New"/>
              </a:rPr>
              <a:t>    print('More than one</a:t>
            </a:r>
            <a:r>
              <a:rPr lang="en-US" sz="3000" dirty="0">
                <a:solidFill>
                  <a:srgbClr val="00FF00"/>
                </a:solidFill>
                <a:latin typeface="Courier"/>
                <a:ea typeface="Courier"/>
                <a:cs typeface="Courier"/>
                <a:sym typeface="Courier New"/>
              </a:rPr>
              <a:t>')</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chemeClr val="lt1"/>
              </a:buClr>
              <a:buSzPct val="25000"/>
              <a:buFont typeface="Cabin"/>
              <a:buNone/>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FF00FF"/>
                </a:solidFill>
                <a:latin typeface="Courier"/>
                <a:ea typeface="Courier"/>
                <a:cs typeface="Courier"/>
                <a:sym typeface="Courier New"/>
              </a:rPr>
              <a:t> </a:t>
            </a:r>
            <a:r>
              <a:rPr lang="en-US" sz="3000" i="0" u="none" strike="noStrike" cap="none" dirty="0">
                <a:solidFill>
                  <a:srgbClr val="FF9900"/>
                </a:solidFill>
                <a:latin typeface="Courier"/>
                <a:ea typeface="Courier"/>
                <a:cs typeface="Courier"/>
                <a:sym typeface="Courier New"/>
              </a:rPr>
              <a:t>if x &lt; 100 : </a:t>
            </a:r>
          </a:p>
          <a:p>
            <a:pPr lvl="0">
              <a:buClr>
                <a:srgbClr val="FF00FF"/>
              </a:buClr>
              <a:buSzPct val="25000"/>
            </a:pPr>
            <a:r>
              <a:rPr lang="en-US" sz="3000" i="0" u="none" strike="noStrike" cap="none" dirty="0">
                <a:solidFill>
                  <a:srgbClr val="FF9900"/>
                </a:solidFill>
                <a:latin typeface="Courier"/>
                <a:ea typeface="Courier"/>
                <a:cs typeface="Courier"/>
                <a:sym typeface="Courier New"/>
              </a:rPr>
              <a:t>        print('Less than 100</a:t>
            </a:r>
            <a:r>
              <a:rPr lang="en-US" sz="3000" dirty="0">
                <a:solidFill>
                  <a:srgbClr val="FF9900"/>
                </a:solidFill>
                <a:latin typeface="Courier"/>
                <a:ea typeface="Courier"/>
                <a:cs typeface="Courier"/>
                <a:sym typeface="Courier New"/>
              </a:rPr>
              <a:t>') </a:t>
            </a:r>
            <a:endParaRPr lang="en-US" sz="3000" i="0" u="none" strike="noStrike" cap="none" dirty="0">
              <a:solidFill>
                <a:srgbClr val="FF9900"/>
              </a:solidFill>
              <a:latin typeface="Courier"/>
              <a:ea typeface="Courier"/>
              <a:cs typeface="Courier"/>
              <a:sym typeface="Courier New"/>
            </a:endParaRPr>
          </a:p>
          <a:p>
            <a:pPr lvl="0">
              <a:buClr>
                <a:srgbClr val="FF7F00"/>
              </a:buClr>
              <a:buSzPct val="25000"/>
            </a:pPr>
            <a:r>
              <a:rPr lang="en-US" sz="3000" i="0" u="none" strike="noStrike" cap="none" dirty="0">
                <a:solidFill>
                  <a:srgbClr val="00FFFF"/>
                </a:solidFill>
                <a:latin typeface="Courier"/>
                <a:ea typeface="Courier"/>
                <a:cs typeface="Courier"/>
                <a:sym typeface="Courier New"/>
              </a:rPr>
              <a:t>print('All done</a:t>
            </a:r>
            <a:r>
              <a:rPr lang="en-US" sz="3000" dirty="0">
                <a:solidFill>
                  <a:srgbClr val="00FFFF"/>
                </a:solidFill>
                <a:latin typeface="Courier"/>
                <a:ea typeface="Courier"/>
                <a:cs typeface="Courier"/>
                <a:sym typeface="Courier New"/>
              </a:rPr>
              <a:t>')</a:t>
            </a:r>
            <a:endParaRPr lang="en-US" sz="3000" i="0" u="none" strike="noStrike" cap="none" dirty="0">
              <a:solidFill>
                <a:srgbClr val="00FFFF"/>
              </a:solidFill>
              <a:latin typeface="Courier"/>
              <a:ea typeface="Courier"/>
              <a:cs typeface="Courier"/>
              <a:sym typeface="Courier New"/>
            </a:endParaRPr>
          </a:p>
        </p:txBody>
      </p:sp>
      <p:sp>
        <p:nvSpPr>
          <p:cNvPr id="388" name="Shape 388"/>
          <p:cNvSpPr txBox="1"/>
          <p:nvPr/>
        </p:nvSpPr>
        <p:spPr>
          <a:xfrm>
            <a:off x="1168400" y="689548"/>
            <a:ext cx="4813299" cy="2167951"/>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6600" u="none" strike="noStrike" cap="none" dirty="0">
                <a:solidFill>
                  <a:srgbClr val="FFD966"/>
                </a:solidFill>
                <a:latin typeface="Arial" charset="0"/>
                <a:ea typeface="Arial" charset="0"/>
                <a:cs typeface="Arial" charset="0"/>
                <a:sym typeface="Cabin"/>
              </a:rPr>
              <a:t>Nested Decisions</a:t>
            </a:r>
          </a:p>
        </p:txBody>
      </p:sp>
      <p:cxnSp>
        <p:nvCxnSpPr>
          <p:cNvPr id="381" name="Shape 381"/>
          <p:cNvCxnSpPr/>
          <p:nvPr/>
        </p:nvCxnSpPr>
        <p:spPr>
          <a:xfrm rot="10800000">
            <a:off x="9451261" y="830128"/>
            <a:ext cx="13265" cy="408228"/>
          </a:xfrm>
          <a:prstGeom prst="straightConnector1">
            <a:avLst/>
          </a:prstGeom>
          <a:noFill/>
          <a:ln w="63500" cap="rnd" cmpd="sng">
            <a:solidFill>
              <a:srgbClr val="00FF00"/>
            </a:solidFill>
            <a:prstDash val="solid"/>
            <a:miter/>
            <a:headEnd type="stealth" w="med" len="med"/>
            <a:tailEnd type="none" w="med" len="med"/>
          </a:ln>
        </p:spPr>
      </p:cxnSp>
      <p:sp>
        <p:nvSpPr>
          <p:cNvPr id="369" name="Shape 369"/>
          <p:cNvSpPr/>
          <p:nvPr/>
        </p:nvSpPr>
        <p:spPr>
          <a:xfrm>
            <a:off x="7986419" y="1182730"/>
            <a:ext cx="2966810" cy="1229106"/>
          </a:xfrm>
          <a:prstGeom prst="diamond">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2600" u="none" strike="noStrike" cap="none" dirty="0">
                <a:solidFill>
                  <a:schemeClr val="lt1"/>
                </a:solidFill>
                <a:latin typeface="Arial" charset="0"/>
                <a:ea typeface="Arial" charset="0"/>
                <a:cs typeface="Arial" charset="0"/>
                <a:sym typeface="Cabin"/>
              </a:rPr>
              <a:t>x &gt; 1</a:t>
            </a:r>
          </a:p>
        </p:txBody>
      </p:sp>
      <p:sp>
        <p:nvSpPr>
          <p:cNvPr id="370" name="Shape 370"/>
          <p:cNvSpPr txBox="1"/>
          <p:nvPr/>
        </p:nvSpPr>
        <p:spPr>
          <a:xfrm>
            <a:off x="10253910" y="2433028"/>
            <a:ext cx="3488651" cy="105957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2600" u="none" strike="noStrike" cap="none" dirty="0">
                <a:solidFill>
                  <a:schemeClr val="lt1"/>
                </a:solidFill>
                <a:latin typeface="Arial" charset="0"/>
                <a:ea typeface="Arial" charset="0"/>
                <a:cs typeface="Arial" charset="0"/>
                <a:sym typeface="Cabin"/>
              </a:rPr>
              <a:t>print('More than one’)</a:t>
            </a:r>
          </a:p>
        </p:txBody>
      </p:sp>
      <p:sp>
        <p:nvSpPr>
          <p:cNvPr id="371" name="Shape 371"/>
          <p:cNvSpPr/>
          <p:nvPr/>
        </p:nvSpPr>
        <p:spPr>
          <a:xfrm>
            <a:off x="10253910" y="3863455"/>
            <a:ext cx="3464810" cy="1229106"/>
          </a:xfrm>
          <a:prstGeom prst="diamond">
            <a:avLst/>
          </a:prstGeom>
          <a:noFill/>
          <a:ln w="50800" cap="rnd" cmpd="sng">
            <a:solidFill>
              <a:srgbClr val="FF99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2600" u="none" strike="noStrike" cap="none" dirty="0">
                <a:solidFill>
                  <a:schemeClr val="lt1"/>
                </a:solidFill>
                <a:latin typeface="Arial" charset="0"/>
                <a:ea typeface="Arial" charset="0"/>
                <a:cs typeface="Arial" charset="0"/>
                <a:sym typeface="Cabin"/>
              </a:rPr>
              <a:t>x &lt; 100</a:t>
            </a:r>
          </a:p>
        </p:txBody>
      </p:sp>
      <p:sp>
        <p:nvSpPr>
          <p:cNvPr id="372" name="Shape 372"/>
          <p:cNvSpPr txBox="1"/>
          <p:nvPr/>
        </p:nvSpPr>
        <p:spPr>
          <a:xfrm>
            <a:off x="12636709" y="5050179"/>
            <a:ext cx="3327815" cy="1059575"/>
          </a:xfrm>
          <a:prstGeom prst="rect">
            <a:avLst/>
          </a:prstGeom>
          <a:noFill/>
          <a:ln w="50800" cap="rnd" cmpd="sng">
            <a:solidFill>
              <a:srgbClr val="FF99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2600" u="none" strike="noStrike" cap="none">
                <a:solidFill>
                  <a:schemeClr val="lt1"/>
                </a:solidFill>
                <a:latin typeface="Arial" charset="0"/>
                <a:ea typeface="Arial" charset="0"/>
                <a:cs typeface="Arial" charset="0"/>
                <a:sym typeface="Cabin"/>
              </a:rPr>
              <a:t>print('Less </a:t>
            </a:r>
            <a:r>
              <a:rPr lang="en-US" sz="2600" u="none" strike="noStrike" cap="none" dirty="0">
                <a:solidFill>
                  <a:schemeClr val="lt1"/>
                </a:solidFill>
                <a:latin typeface="Arial" charset="0"/>
                <a:ea typeface="Arial" charset="0"/>
                <a:cs typeface="Arial" charset="0"/>
                <a:sym typeface="Cabin"/>
              </a:rPr>
              <a:t>than </a:t>
            </a:r>
            <a:r>
              <a:rPr lang="en-US" sz="2600" u="none" strike="noStrike" cap="none">
                <a:solidFill>
                  <a:schemeClr val="lt1"/>
                </a:solidFill>
                <a:latin typeface="Arial" charset="0"/>
                <a:ea typeface="Arial" charset="0"/>
                <a:cs typeface="Arial" charset="0"/>
                <a:sym typeface="Cabin"/>
              </a:rPr>
              <a:t>100')</a:t>
            </a:r>
            <a:endParaRPr lang="en-US" sz="2600" u="none" strike="noStrike" cap="none" dirty="0">
              <a:solidFill>
                <a:schemeClr val="lt1"/>
              </a:solidFill>
              <a:latin typeface="Arial" charset="0"/>
              <a:ea typeface="Arial" charset="0"/>
              <a:cs typeface="Arial" charset="0"/>
              <a:sym typeface="Cabin"/>
            </a:endParaRPr>
          </a:p>
        </p:txBody>
      </p:sp>
      <p:sp>
        <p:nvSpPr>
          <p:cNvPr id="373" name="Shape 373"/>
          <p:cNvSpPr txBox="1"/>
          <p:nvPr/>
        </p:nvSpPr>
        <p:spPr>
          <a:xfrm>
            <a:off x="8018206" y="7095158"/>
            <a:ext cx="2892639" cy="1059491"/>
          </a:xfrm>
          <a:prstGeom prst="rect">
            <a:avLst/>
          </a:prstGeom>
          <a:noFill/>
          <a:ln w="50800" cap="rnd" cmpd="sng">
            <a:solidFill>
              <a:srgbClr val="00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2600" u="none" strike="noStrike" cap="none" dirty="0">
                <a:solidFill>
                  <a:schemeClr val="lt1"/>
                </a:solidFill>
                <a:latin typeface="Arial" charset="0"/>
                <a:ea typeface="Arial" charset="0"/>
                <a:cs typeface="Arial" charset="0"/>
                <a:sym typeface="Cabin"/>
              </a:rPr>
              <a:t>print('All Done')</a:t>
            </a:r>
          </a:p>
        </p:txBody>
      </p:sp>
      <p:cxnSp>
        <p:nvCxnSpPr>
          <p:cNvPr id="374" name="Shape 374"/>
          <p:cNvCxnSpPr/>
          <p:nvPr/>
        </p:nvCxnSpPr>
        <p:spPr>
          <a:xfrm rot="10800000" flipH="1">
            <a:off x="10932038" y="1782610"/>
            <a:ext cx="1127071" cy="2752"/>
          </a:xfrm>
          <a:prstGeom prst="straightConnector1">
            <a:avLst/>
          </a:prstGeom>
          <a:noFill/>
          <a:ln w="63500" cap="rnd" cmpd="sng">
            <a:solidFill>
              <a:srgbClr val="00FF00"/>
            </a:solidFill>
            <a:prstDash val="solid"/>
            <a:miter/>
            <a:headEnd type="none" w="med" len="med"/>
            <a:tailEnd type="none" w="med" len="med"/>
          </a:ln>
        </p:spPr>
      </p:cxnSp>
      <p:cxnSp>
        <p:nvCxnSpPr>
          <p:cNvPr id="375" name="Shape 375"/>
          <p:cNvCxnSpPr/>
          <p:nvPr/>
        </p:nvCxnSpPr>
        <p:spPr>
          <a:xfrm rot="10800000" flipH="1">
            <a:off x="12049889" y="1782495"/>
            <a:ext cx="9261" cy="631990"/>
          </a:xfrm>
          <a:prstGeom prst="straightConnector1">
            <a:avLst/>
          </a:prstGeom>
          <a:noFill/>
          <a:ln w="63500" cap="rnd" cmpd="sng">
            <a:solidFill>
              <a:srgbClr val="00FF00"/>
            </a:solidFill>
            <a:prstDash val="solid"/>
            <a:miter/>
            <a:headEnd type="stealth" w="med" len="med"/>
            <a:tailEnd type="none" w="med" len="med"/>
          </a:ln>
        </p:spPr>
      </p:cxnSp>
      <p:cxnSp>
        <p:nvCxnSpPr>
          <p:cNvPr id="376" name="Shape 376"/>
          <p:cNvCxnSpPr/>
          <p:nvPr/>
        </p:nvCxnSpPr>
        <p:spPr>
          <a:xfrm rot="10800000" flipH="1">
            <a:off x="9434062" y="2399916"/>
            <a:ext cx="30462" cy="4684645"/>
          </a:xfrm>
          <a:prstGeom prst="straightConnector1">
            <a:avLst/>
          </a:prstGeom>
          <a:noFill/>
          <a:ln w="63500" cap="rnd" cmpd="sng">
            <a:solidFill>
              <a:srgbClr val="00FF00"/>
            </a:solidFill>
            <a:prstDash val="solid"/>
            <a:miter/>
            <a:headEnd type="stealth" w="med" len="med"/>
            <a:tailEnd type="none" w="med" len="med"/>
          </a:ln>
        </p:spPr>
      </p:cxnSp>
      <p:cxnSp>
        <p:nvCxnSpPr>
          <p:cNvPr id="377" name="Shape 377"/>
          <p:cNvCxnSpPr/>
          <p:nvPr/>
        </p:nvCxnSpPr>
        <p:spPr>
          <a:xfrm>
            <a:off x="13697529" y="4456817"/>
            <a:ext cx="610580" cy="11920"/>
          </a:xfrm>
          <a:prstGeom prst="straightConnector1">
            <a:avLst/>
          </a:prstGeom>
          <a:noFill/>
          <a:ln w="63500" cap="rnd" cmpd="sng">
            <a:solidFill>
              <a:srgbClr val="FF9900"/>
            </a:solidFill>
            <a:prstDash val="solid"/>
            <a:miter/>
            <a:headEnd type="none" w="med" len="med"/>
            <a:tailEnd type="none" w="med" len="med"/>
          </a:ln>
        </p:spPr>
      </p:cxnSp>
      <p:cxnSp>
        <p:nvCxnSpPr>
          <p:cNvPr id="378" name="Shape 378"/>
          <p:cNvCxnSpPr/>
          <p:nvPr/>
        </p:nvCxnSpPr>
        <p:spPr>
          <a:xfrm rot="10800000" flipH="1">
            <a:off x="14274997" y="4510191"/>
            <a:ext cx="6758" cy="542636"/>
          </a:xfrm>
          <a:prstGeom prst="straightConnector1">
            <a:avLst/>
          </a:prstGeom>
          <a:noFill/>
          <a:ln w="63500" cap="rnd" cmpd="sng">
            <a:solidFill>
              <a:srgbClr val="FF9900"/>
            </a:solidFill>
            <a:prstDash val="solid"/>
            <a:miter/>
            <a:headEnd type="stealth" w="med" len="med"/>
            <a:tailEnd type="none" w="med" len="med"/>
          </a:ln>
        </p:spPr>
      </p:cxnSp>
      <p:cxnSp>
        <p:nvCxnSpPr>
          <p:cNvPr id="379" name="Shape 379"/>
          <p:cNvCxnSpPr>
            <a:stCxn id="371" idx="0"/>
            <a:endCxn id="370" idx="2"/>
          </p:cNvCxnSpPr>
          <p:nvPr/>
        </p:nvCxnSpPr>
        <p:spPr>
          <a:xfrm flipV="1">
            <a:off x="11986315" y="3492603"/>
            <a:ext cx="11921" cy="370852"/>
          </a:xfrm>
          <a:prstGeom prst="straightConnector1">
            <a:avLst/>
          </a:prstGeom>
          <a:noFill/>
          <a:ln w="63500" cap="rnd" cmpd="sng">
            <a:solidFill>
              <a:srgbClr val="00FF00"/>
            </a:solidFill>
            <a:prstDash val="solid"/>
            <a:miter/>
            <a:headEnd type="stealth" w="med" len="med"/>
            <a:tailEnd type="none" w="med" len="med"/>
          </a:ln>
        </p:spPr>
      </p:cxnSp>
      <p:cxnSp>
        <p:nvCxnSpPr>
          <p:cNvPr id="380" name="Shape 380"/>
          <p:cNvCxnSpPr/>
          <p:nvPr/>
        </p:nvCxnSpPr>
        <p:spPr>
          <a:xfrm>
            <a:off x="9496313" y="6618350"/>
            <a:ext cx="4749545" cy="0"/>
          </a:xfrm>
          <a:prstGeom prst="straightConnector1">
            <a:avLst/>
          </a:prstGeom>
          <a:noFill/>
          <a:ln w="63500" cap="rnd" cmpd="sng">
            <a:solidFill>
              <a:srgbClr val="00FF00"/>
            </a:solidFill>
            <a:prstDash val="solid"/>
            <a:miter/>
            <a:headEnd type="stealth" w="med" len="med"/>
            <a:tailEnd type="none" w="med" len="med"/>
          </a:ln>
        </p:spPr>
      </p:cxnSp>
      <p:sp>
        <p:nvSpPr>
          <p:cNvPr id="382" name="Shape 382"/>
          <p:cNvSpPr txBox="1"/>
          <p:nvPr/>
        </p:nvSpPr>
        <p:spPr>
          <a:xfrm>
            <a:off x="11358517" y="1230411"/>
            <a:ext cx="918430" cy="466212"/>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383" name="Shape 383"/>
          <p:cNvSpPr txBox="1"/>
          <p:nvPr/>
        </p:nvSpPr>
        <p:spPr>
          <a:xfrm>
            <a:off x="13742561" y="3921731"/>
            <a:ext cx="917822" cy="466212"/>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cxnSp>
        <p:nvCxnSpPr>
          <p:cNvPr id="384" name="Shape 384"/>
          <p:cNvCxnSpPr/>
          <p:nvPr/>
        </p:nvCxnSpPr>
        <p:spPr>
          <a:xfrm rot="10800000">
            <a:off x="12003532" y="5123024"/>
            <a:ext cx="0" cy="1495324"/>
          </a:xfrm>
          <a:prstGeom prst="straightConnector1">
            <a:avLst/>
          </a:prstGeom>
          <a:noFill/>
          <a:ln w="63500" cap="rnd" cmpd="sng">
            <a:solidFill>
              <a:srgbClr val="FF9900"/>
            </a:solidFill>
            <a:prstDash val="solid"/>
            <a:miter/>
            <a:headEnd type="stealth" w="med" len="med"/>
            <a:tailEnd type="none" w="med" len="med"/>
          </a:ln>
        </p:spPr>
      </p:cxnSp>
      <p:sp>
        <p:nvSpPr>
          <p:cNvPr id="385" name="Shape 385"/>
          <p:cNvSpPr txBox="1"/>
          <p:nvPr/>
        </p:nvSpPr>
        <p:spPr>
          <a:xfrm>
            <a:off x="11386329" y="5066072"/>
            <a:ext cx="451643" cy="466212"/>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sp>
        <p:nvSpPr>
          <p:cNvPr id="386" name="Shape 386"/>
          <p:cNvSpPr txBox="1"/>
          <p:nvPr/>
        </p:nvSpPr>
        <p:spPr>
          <a:xfrm>
            <a:off x="8801078" y="2544284"/>
            <a:ext cx="451643" cy="466212"/>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389" name="Shape 389"/>
          <p:cNvCxnSpPr/>
          <p:nvPr/>
        </p:nvCxnSpPr>
        <p:spPr>
          <a:xfrm rot="10800000" flipH="1">
            <a:off x="14274997" y="6163128"/>
            <a:ext cx="6758" cy="542636"/>
          </a:xfrm>
          <a:prstGeom prst="straightConnector1">
            <a:avLst/>
          </a:prstGeom>
          <a:noFill/>
          <a:ln w="63500" cap="rnd" cmpd="sng">
            <a:solidFill>
              <a:srgbClr val="FF9900"/>
            </a:solidFill>
            <a:prstDash val="solid"/>
            <a:miter/>
            <a:headEnd type="stealth" w="med" len="med"/>
            <a:tailEnd type="none" w="med" len="med"/>
          </a:ln>
        </p:spPr>
      </p:cxnSp>
    </p:spTree>
    <p:extLst>
      <p:ext uri="{BB962C8B-B14F-4D97-AF65-F5344CB8AC3E}">
        <p14:creationId xmlns:p14="http://schemas.microsoft.com/office/powerpoint/2010/main" val="37729424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Shape 394"/>
          <p:cNvSpPr txBox="1">
            <a:spLocks noGrp="1"/>
          </p:cNvSpPr>
          <p:nvPr>
            <p:ph type="title"/>
          </p:nvPr>
        </p:nvSpPr>
        <p:spPr>
          <a:xfrm>
            <a:off x="1155700" y="745588"/>
            <a:ext cx="7758111" cy="1651537"/>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6600" u="none" strike="noStrike" cap="none" dirty="0">
                <a:solidFill>
                  <a:srgbClr val="FFD966"/>
                </a:solidFill>
                <a:latin typeface="Arial" charset="0"/>
                <a:ea typeface="Arial" charset="0"/>
                <a:cs typeface="Arial" charset="0"/>
                <a:sym typeface="Cabin"/>
              </a:rPr>
              <a:t>Two</a:t>
            </a:r>
            <a:r>
              <a:rPr lang="en-US" sz="6600" dirty="0">
                <a:solidFill>
                  <a:srgbClr val="FFD966"/>
                </a:solidFill>
                <a:latin typeface="Arial" charset="0"/>
                <a:ea typeface="Arial" charset="0"/>
                <a:cs typeface="Arial" charset="0"/>
                <a:sym typeface="Cabin"/>
              </a:rPr>
              <a:t>-w</a:t>
            </a:r>
            <a:r>
              <a:rPr lang="en-US" sz="6600" u="none" strike="noStrike" cap="none" dirty="0">
                <a:solidFill>
                  <a:srgbClr val="FFD966"/>
                </a:solidFill>
                <a:latin typeface="Arial" charset="0"/>
                <a:ea typeface="Arial" charset="0"/>
                <a:cs typeface="Arial" charset="0"/>
                <a:sym typeface="Cabin"/>
              </a:rPr>
              <a:t>ay Decisions</a:t>
            </a:r>
          </a:p>
        </p:txBody>
      </p:sp>
      <p:sp>
        <p:nvSpPr>
          <p:cNvPr id="395" name="Shape 395"/>
          <p:cNvSpPr txBox="1">
            <a:spLocks noGrp="1"/>
          </p:cNvSpPr>
          <p:nvPr>
            <p:ph type="body" idx="1"/>
          </p:nvPr>
        </p:nvSpPr>
        <p:spPr>
          <a:xfrm>
            <a:off x="1155700" y="2603501"/>
            <a:ext cx="5874687" cy="5640168"/>
          </a:xfrm>
          <a:prstGeom prst="rect">
            <a:avLst/>
          </a:prstGeom>
          <a:noFill/>
          <a:ln>
            <a:noFill/>
          </a:ln>
        </p:spPr>
        <p:txBody>
          <a:bodyPr lIns="38100" tIns="38100" rIns="38100" bIns="38100" anchor="ctr" anchorCtr="0">
            <a:noAutofit/>
          </a:bodyPr>
          <a:lstStyle/>
          <a:p>
            <a:pPr marL="749300" marR="0" lvl="0" indent="-371094" algn="l" rtl="0">
              <a:lnSpc>
                <a:spcPct val="10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Sometimes we want to do one thing if a logical expression is true and something else if the expression is false</a:t>
            </a:r>
          </a:p>
          <a:p>
            <a:pPr marL="749300" marR="0" lvl="0" indent="-371094" algn="l" rtl="0">
              <a:lnSpc>
                <a:spcPct val="10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It is like a fork in the road - we must choose </a:t>
            </a:r>
            <a:r>
              <a:rPr lang="en-US" sz="3600" u="none" strike="noStrike" cap="none" dirty="0">
                <a:solidFill>
                  <a:srgbClr val="FFFF00"/>
                </a:solidFill>
                <a:latin typeface="Arial" charset="0"/>
                <a:ea typeface="Arial" charset="0"/>
                <a:cs typeface="Arial" charset="0"/>
                <a:sym typeface="Cabin"/>
              </a:rPr>
              <a:t>one or the other</a:t>
            </a:r>
            <a:r>
              <a:rPr lang="en-US" sz="3600" u="none" strike="noStrike" cap="none" dirty="0">
                <a:solidFill>
                  <a:schemeClr val="lt1"/>
                </a:solidFill>
                <a:latin typeface="Arial" charset="0"/>
                <a:ea typeface="Arial" charset="0"/>
                <a:cs typeface="Arial" charset="0"/>
                <a:sym typeface="Cabin"/>
              </a:rPr>
              <a:t> path but not both</a:t>
            </a:r>
          </a:p>
        </p:txBody>
      </p:sp>
      <p:sp>
        <p:nvSpPr>
          <p:cNvPr id="396" name="Shape 396"/>
          <p:cNvSpPr/>
          <p:nvPr/>
        </p:nvSpPr>
        <p:spPr>
          <a:xfrm>
            <a:off x="9980540" y="3241114"/>
            <a:ext cx="3257489" cy="1349530"/>
          </a:xfrm>
          <a:prstGeom prst="diamond">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x &gt; 2</a:t>
            </a:r>
          </a:p>
        </p:txBody>
      </p:sp>
      <p:sp>
        <p:nvSpPr>
          <p:cNvPr id="397" name="Shape 397"/>
          <p:cNvSpPr txBox="1"/>
          <p:nvPr/>
        </p:nvSpPr>
        <p:spPr>
          <a:xfrm>
            <a:off x="12784308" y="4613913"/>
            <a:ext cx="3176051" cy="1163389"/>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print('Bigger')</a:t>
            </a:r>
          </a:p>
        </p:txBody>
      </p:sp>
      <p:cxnSp>
        <p:nvCxnSpPr>
          <p:cNvPr id="398" name="Shape 398"/>
          <p:cNvCxnSpPr/>
          <p:nvPr/>
        </p:nvCxnSpPr>
        <p:spPr>
          <a:xfrm rot="10800000" flipH="1">
            <a:off x="13214762" y="3892612"/>
            <a:ext cx="1278272" cy="11633"/>
          </a:xfrm>
          <a:prstGeom prst="straightConnector1">
            <a:avLst/>
          </a:prstGeom>
          <a:noFill/>
          <a:ln w="63500" cap="rnd" cmpd="sng">
            <a:solidFill>
              <a:srgbClr val="00FF00"/>
            </a:solidFill>
            <a:prstDash val="solid"/>
            <a:miter/>
            <a:headEnd type="none" w="med" len="med"/>
            <a:tailEnd type="none" w="med" len="med"/>
          </a:ln>
        </p:spPr>
      </p:cxnSp>
      <p:cxnSp>
        <p:nvCxnSpPr>
          <p:cNvPr id="399" name="Shape 399"/>
          <p:cNvCxnSpPr/>
          <p:nvPr/>
        </p:nvCxnSpPr>
        <p:spPr>
          <a:xfrm rot="10800000" flipH="1">
            <a:off x="14442137" y="3910062"/>
            <a:ext cx="17450" cy="683491"/>
          </a:xfrm>
          <a:prstGeom prst="straightConnector1">
            <a:avLst/>
          </a:prstGeom>
          <a:noFill/>
          <a:ln w="63500" cap="rnd" cmpd="sng">
            <a:solidFill>
              <a:srgbClr val="00FF00"/>
            </a:solidFill>
            <a:prstDash val="solid"/>
            <a:miter/>
            <a:headEnd type="stealth" w="med" len="med"/>
            <a:tailEnd type="none" w="med" len="med"/>
          </a:ln>
        </p:spPr>
      </p:cxnSp>
      <p:cxnSp>
        <p:nvCxnSpPr>
          <p:cNvPr id="400" name="Shape 400"/>
          <p:cNvCxnSpPr/>
          <p:nvPr/>
        </p:nvCxnSpPr>
        <p:spPr>
          <a:xfrm rot="10800000" flipH="1">
            <a:off x="11638370" y="6213572"/>
            <a:ext cx="2822672" cy="29085"/>
          </a:xfrm>
          <a:prstGeom prst="straightConnector1">
            <a:avLst/>
          </a:prstGeom>
          <a:noFill/>
          <a:ln w="63500" cap="rnd" cmpd="sng">
            <a:solidFill>
              <a:srgbClr val="00FF00"/>
            </a:solidFill>
            <a:prstDash val="solid"/>
            <a:miter/>
            <a:headEnd type="stealth" w="med" len="med"/>
            <a:tailEnd type="none" w="med" len="med"/>
          </a:ln>
        </p:spPr>
      </p:cxnSp>
      <p:sp>
        <p:nvSpPr>
          <p:cNvPr id="401" name="Shape 401"/>
          <p:cNvSpPr txBox="1"/>
          <p:nvPr/>
        </p:nvSpPr>
        <p:spPr>
          <a:xfrm>
            <a:off x="13683026" y="3293467"/>
            <a:ext cx="810008" cy="51189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402" name="Shape 402"/>
          <p:cNvSpPr txBox="1"/>
          <p:nvPr/>
        </p:nvSpPr>
        <p:spPr>
          <a:xfrm>
            <a:off x="9560265" y="3293467"/>
            <a:ext cx="495894" cy="51189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403" name="Shape 403"/>
          <p:cNvCxnSpPr/>
          <p:nvPr/>
        </p:nvCxnSpPr>
        <p:spPr>
          <a:xfrm rot="10800000">
            <a:off x="14434866" y="5765668"/>
            <a:ext cx="8725" cy="423181"/>
          </a:xfrm>
          <a:prstGeom prst="straightConnector1">
            <a:avLst/>
          </a:prstGeom>
          <a:noFill/>
          <a:ln w="63500" cap="rnd" cmpd="sng">
            <a:solidFill>
              <a:srgbClr val="00FF00"/>
            </a:solidFill>
            <a:prstDash val="solid"/>
            <a:miter/>
            <a:headEnd type="none" w="med" len="med"/>
            <a:tailEnd type="none" w="med" len="med"/>
          </a:ln>
        </p:spPr>
      </p:cxnSp>
      <p:cxnSp>
        <p:nvCxnSpPr>
          <p:cNvPr id="404" name="Shape 404"/>
          <p:cNvCxnSpPr/>
          <p:nvPr/>
        </p:nvCxnSpPr>
        <p:spPr>
          <a:xfrm rot="10800000">
            <a:off x="11622373" y="2649239"/>
            <a:ext cx="4362" cy="629684"/>
          </a:xfrm>
          <a:prstGeom prst="straightConnector1">
            <a:avLst/>
          </a:prstGeom>
          <a:noFill/>
          <a:ln w="63500" cap="rnd" cmpd="sng">
            <a:solidFill>
              <a:srgbClr val="FFFFFF"/>
            </a:solidFill>
            <a:prstDash val="solid"/>
            <a:miter/>
            <a:headEnd type="stealth" w="med" len="med"/>
            <a:tailEnd type="none" w="med" len="med"/>
          </a:ln>
        </p:spPr>
      </p:cxnSp>
      <p:sp>
        <p:nvSpPr>
          <p:cNvPr id="405" name="Shape 405"/>
          <p:cNvSpPr txBox="1"/>
          <p:nvPr/>
        </p:nvSpPr>
        <p:spPr>
          <a:xfrm>
            <a:off x="10061978" y="1751976"/>
            <a:ext cx="3176051" cy="884175"/>
          </a:xfrm>
          <a:prstGeom prst="rect">
            <a:avLst/>
          </a:prstGeom>
          <a:noFill/>
          <a:ln w="50800" cap="rnd" cmpd="sng">
            <a:solidFill>
              <a:srgbClr val="FF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x = 4</a:t>
            </a:r>
          </a:p>
        </p:txBody>
      </p:sp>
      <p:cxnSp>
        <p:nvCxnSpPr>
          <p:cNvPr id="406" name="Shape 406"/>
          <p:cNvCxnSpPr/>
          <p:nvPr/>
        </p:nvCxnSpPr>
        <p:spPr>
          <a:xfrm>
            <a:off x="8805517" y="3910062"/>
            <a:ext cx="1209925" cy="5819"/>
          </a:xfrm>
          <a:prstGeom prst="straightConnector1">
            <a:avLst/>
          </a:prstGeom>
          <a:noFill/>
          <a:ln w="63500" cap="rnd" cmpd="sng">
            <a:solidFill>
              <a:srgbClr val="FF9900"/>
            </a:solidFill>
            <a:prstDash val="solid"/>
            <a:miter/>
            <a:headEnd type="none" w="med" len="med"/>
            <a:tailEnd type="none" w="med" len="med"/>
          </a:ln>
        </p:spPr>
      </p:cxnSp>
      <p:cxnSp>
        <p:nvCxnSpPr>
          <p:cNvPr id="407" name="Shape 407"/>
          <p:cNvCxnSpPr/>
          <p:nvPr/>
        </p:nvCxnSpPr>
        <p:spPr>
          <a:xfrm rot="10800000" flipH="1">
            <a:off x="8788067" y="3910062"/>
            <a:ext cx="17450" cy="683491"/>
          </a:xfrm>
          <a:prstGeom prst="straightConnector1">
            <a:avLst/>
          </a:prstGeom>
          <a:noFill/>
          <a:ln w="63500" cap="rnd" cmpd="sng">
            <a:solidFill>
              <a:srgbClr val="FF9900"/>
            </a:solidFill>
            <a:prstDash val="solid"/>
            <a:miter/>
            <a:headEnd type="stealth" w="med" len="med"/>
            <a:tailEnd type="none" w="med" len="med"/>
          </a:ln>
        </p:spPr>
      </p:cxnSp>
      <p:sp>
        <p:nvSpPr>
          <p:cNvPr id="408" name="Shape 408"/>
          <p:cNvSpPr txBox="1"/>
          <p:nvPr/>
        </p:nvSpPr>
        <p:spPr>
          <a:xfrm>
            <a:off x="7083585" y="4602279"/>
            <a:ext cx="3393915" cy="1163389"/>
          </a:xfrm>
          <a:prstGeom prst="rect">
            <a:avLst/>
          </a:prstGeom>
          <a:noFill/>
          <a:ln w="50800" cap="rnd" cmpd="sng">
            <a:solidFill>
              <a:srgbClr val="FF99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print('Not bigger')</a:t>
            </a:r>
          </a:p>
        </p:txBody>
      </p:sp>
      <p:cxnSp>
        <p:nvCxnSpPr>
          <p:cNvPr id="409" name="Shape 409"/>
          <p:cNvCxnSpPr/>
          <p:nvPr/>
        </p:nvCxnSpPr>
        <p:spPr>
          <a:xfrm flipH="1">
            <a:off x="8783702" y="6222298"/>
            <a:ext cx="2856119" cy="2908"/>
          </a:xfrm>
          <a:prstGeom prst="straightConnector1">
            <a:avLst/>
          </a:prstGeom>
          <a:noFill/>
          <a:ln w="63500" cap="rnd" cmpd="sng">
            <a:solidFill>
              <a:srgbClr val="FF9900"/>
            </a:solidFill>
            <a:prstDash val="solid"/>
            <a:miter/>
            <a:headEnd type="stealth" w="med" len="med"/>
            <a:tailEnd type="none" w="med" len="med"/>
          </a:ln>
        </p:spPr>
      </p:cxnSp>
      <p:cxnSp>
        <p:nvCxnSpPr>
          <p:cNvPr id="410" name="Shape 410"/>
          <p:cNvCxnSpPr/>
          <p:nvPr/>
        </p:nvCxnSpPr>
        <p:spPr>
          <a:xfrm rot="10800000">
            <a:off x="8757526" y="5777302"/>
            <a:ext cx="8725" cy="423181"/>
          </a:xfrm>
          <a:prstGeom prst="straightConnector1">
            <a:avLst/>
          </a:prstGeom>
          <a:noFill/>
          <a:ln w="63500" cap="rnd" cmpd="sng">
            <a:solidFill>
              <a:srgbClr val="FF9900"/>
            </a:solidFill>
            <a:prstDash val="solid"/>
            <a:miter/>
            <a:headEnd type="none" w="med" len="med"/>
            <a:tailEnd type="none" w="med" len="med"/>
          </a:ln>
        </p:spPr>
      </p:cxnSp>
      <p:cxnSp>
        <p:nvCxnSpPr>
          <p:cNvPr id="411" name="Shape 411"/>
          <p:cNvCxnSpPr/>
          <p:nvPr/>
        </p:nvCxnSpPr>
        <p:spPr>
          <a:xfrm rot="10800000" flipH="1">
            <a:off x="11650004" y="6283375"/>
            <a:ext cx="17450" cy="683491"/>
          </a:xfrm>
          <a:prstGeom prst="straightConnector1">
            <a:avLst/>
          </a:prstGeom>
          <a:noFill/>
          <a:ln w="63500" cap="rnd" cmpd="sng">
            <a:solidFill>
              <a:srgbClr val="00FFFF"/>
            </a:solidFill>
            <a:prstDash val="solid"/>
            <a:miter/>
            <a:headEnd type="stealth" w="med" len="med"/>
            <a:tailEnd type="none" w="med" len="med"/>
          </a:ln>
        </p:spPr>
      </p:cxnSp>
      <p:sp>
        <p:nvSpPr>
          <p:cNvPr id="412" name="Shape 412"/>
          <p:cNvSpPr txBox="1"/>
          <p:nvPr/>
        </p:nvSpPr>
        <p:spPr>
          <a:xfrm>
            <a:off x="10015442" y="6940691"/>
            <a:ext cx="3176051" cy="884175"/>
          </a:xfrm>
          <a:prstGeom prst="rect">
            <a:avLst/>
          </a:prstGeom>
          <a:noFill/>
          <a:ln w="50800" cap="rnd" cmpd="sng">
            <a:solidFill>
              <a:srgbClr val="00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300" u="none" strike="noStrike" cap="none" dirty="0">
                <a:solidFill>
                  <a:schemeClr val="lt1"/>
                </a:solidFill>
                <a:latin typeface="Arial" charset="0"/>
                <a:ea typeface="Arial" charset="0"/>
                <a:cs typeface="Arial" charset="0"/>
                <a:sym typeface="Cabin"/>
              </a:rPr>
              <a:t>print('All Done')</a:t>
            </a:r>
          </a:p>
        </p:txBody>
      </p:sp>
    </p:spTree>
    <p:extLst>
      <p:ext uri="{BB962C8B-B14F-4D97-AF65-F5344CB8AC3E}">
        <p14:creationId xmlns:p14="http://schemas.microsoft.com/office/powerpoint/2010/main" val="141519571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394" name="Shape 394"/>
          <p:cNvSpPr txBox="1">
            <a:spLocks noGrp="1"/>
          </p:cNvSpPr>
          <p:nvPr>
            <p:ph type="title"/>
          </p:nvPr>
        </p:nvSpPr>
        <p:spPr>
          <a:xfrm>
            <a:off x="1155700" y="1126051"/>
            <a:ext cx="7758111"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6600" u="none" strike="noStrike" cap="none" dirty="0">
                <a:solidFill>
                  <a:srgbClr val="FFD966"/>
                </a:solidFill>
                <a:latin typeface="Arial" charset="0"/>
                <a:ea typeface="Arial" charset="0"/>
                <a:cs typeface="Arial" charset="0"/>
                <a:sym typeface="Cabin"/>
              </a:rPr>
              <a:t>Two</a:t>
            </a:r>
            <a:r>
              <a:rPr lang="en-US" sz="6600" dirty="0">
                <a:solidFill>
                  <a:srgbClr val="FFD966"/>
                </a:solidFill>
                <a:latin typeface="Arial" charset="0"/>
                <a:ea typeface="Arial" charset="0"/>
                <a:cs typeface="Arial" charset="0"/>
                <a:sym typeface="Cabin"/>
              </a:rPr>
              <a:t>-w</a:t>
            </a:r>
            <a:r>
              <a:rPr lang="en-US" sz="6600" u="none" strike="noStrike" cap="none" dirty="0">
                <a:solidFill>
                  <a:srgbClr val="FFD966"/>
                </a:solidFill>
                <a:latin typeface="Arial" charset="0"/>
                <a:ea typeface="Arial" charset="0"/>
                <a:cs typeface="Arial" charset="0"/>
                <a:sym typeface="Cabin"/>
              </a:rPr>
              <a:t>ay Decisions with else:</a:t>
            </a:r>
          </a:p>
        </p:txBody>
      </p:sp>
      <p:sp>
        <p:nvSpPr>
          <p:cNvPr id="396" name="Shape 396"/>
          <p:cNvSpPr/>
          <p:nvPr/>
        </p:nvSpPr>
        <p:spPr>
          <a:xfrm>
            <a:off x="9980540" y="3241114"/>
            <a:ext cx="3257489" cy="1349530"/>
          </a:xfrm>
          <a:prstGeom prst="diamond">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x &gt; 2</a:t>
            </a:r>
          </a:p>
        </p:txBody>
      </p:sp>
      <p:sp>
        <p:nvSpPr>
          <p:cNvPr id="397" name="Shape 397"/>
          <p:cNvSpPr txBox="1"/>
          <p:nvPr/>
        </p:nvSpPr>
        <p:spPr>
          <a:xfrm>
            <a:off x="12784308" y="4613913"/>
            <a:ext cx="3176051" cy="1163389"/>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print('Bigger')</a:t>
            </a:r>
          </a:p>
        </p:txBody>
      </p:sp>
      <p:cxnSp>
        <p:nvCxnSpPr>
          <p:cNvPr id="398" name="Shape 398"/>
          <p:cNvCxnSpPr/>
          <p:nvPr/>
        </p:nvCxnSpPr>
        <p:spPr>
          <a:xfrm rot="10800000" flipH="1">
            <a:off x="13214762" y="3892612"/>
            <a:ext cx="1278272" cy="11633"/>
          </a:xfrm>
          <a:prstGeom prst="straightConnector1">
            <a:avLst/>
          </a:prstGeom>
          <a:noFill/>
          <a:ln w="63500" cap="rnd" cmpd="sng">
            <a:solidFill>
              <a:srgbClr val="00FF00"/>
            </a:solidFill>
            <a:prstDash val="solid"/>
            <a:miter/>
            <a:headEnd type="none" w="med" len="med"/>
            <a:tailEnd type="none" w="med" len="med"/>
          </a:ln>
        </p:spPr>
      </p:cxnSp>
      <p:cxnSp>
        <p:nvCxnSpPr>
          <p:cNvPr id="399" name="Shape 399"/>
          <p:cNvCxnSpPr/>
          <p:nvPr/>
        </p:nvCxnSpPr>
        <p:spPr>
          <a:xfrm rot="10800000" flipH="1">
            <a:off x="14442137" y="3910062"/>
            <a:ext cx="17450" cy="683491"/>
          </a:xfrm>
          <a:prstGeom prst="straightConnector1">
            <a:avLst/>
          </a:prstGeom>
          <a:noFill/>
          <a:ln w="63500" cap="rnd" cmpd="sng">
            <a:solidFill>
              <a:srgbClr val="00FF00"/>
            </a:solidFill>
            <a:prstDash val="solid"/>
            <a:miter/>
            <a:headEnd type="stealth" w="med" len="med"/>
            <a:tailEnd type="none" w="med" len="med"/>
          </a:ln>
        </p:spPr>
      </p:cxnSp>
      <p:cxnSp>
        <p:nvCxnSpPr>
          <p:cNvPr id="400" name="Shape 400"/>
          <p:cNvCxnSpPr/>
          <p:nvPr/>
        </p:nvCxnSpPr>
        <p:spPr>
          <a:xfrm rot="10800000" flipH="1">
            <a:off x="11638370" y="6213572"/>
            <a:ext cx="2822672" cy="29085"/>
          </a:xfrm>
          <a:prstGeom prst="straightConnector1">
            <a:avLst/>
          </a:prstGeom>
          <a:noFill/>
          <a:ln w="63500" cap="rnd" cmpd="sng">
            <a:solidFill>
              <a:srgbClr val="00FF00"/>
            </a:solidFill>
            <a:prstDash val="solid"/>
            <a:miter/>
            <a:headEnd type="stealth" w="med" len="med"/>
            <a:tailEnd type="none" w="med" len="med"/>
          </a:ln>
        </p:spPr>
      </p:cxnSp>
      <p:sp>
        <p:nvSpPr>
          <p:cNvPr id="401" name="Shape 401"/>
          <p:cNvSpPr txBox="1"/>
          <p:nvPr/>
        </p:nvSpPr>
        <p:spPr>
          <a:xfrm>
            <a:off x="13683026" y="3293467"/>
            <a:ext cx="810008" cy="51189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402" name="Shape 402"/>
          <p:cNvSpPr txBox="1"/>
          <p:nvPr/>
        </p:nvSpPr>
        <p:spPr>
          <a:xfrm>
            <a:off x="9560265" y="3293467"/>
            <a:ext cx="495894" cy="51189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403" name="Shape 403"/>
          <p:cNvCxnSpPr/>
          <p:nvPr/>
        </p:nvCxnSpPr>
        <p:spPr>
          <a:xfrm rot="10800000">
            <a:off x="14434866" y="5765668"/>
            <a:ext cx="8725" cy="423181"/>
          </a:xfrm>
          <a:prstGeom prst="straightConnector1">
            <a:avLst/>
          </a:prstGeom>
          <a:noFill/>
          <a:ln w="63500" cap="rnd" cmpd="sng">
            <a:solidFill>
              <a:srgbClr val="00FF00"/>
            </a:solidFill>
            <a:prstDash val="solid"/>
            <a:miter/>
            <a:headEnd type="none" w="med" len="med"/>
            <a:tailEnd type="none" w="med" len="med"/>
          </a:ln>
        </p:spPr>
      </p:cxnSp>
      <p:cxnSp>
        <p:nvCxnSpPr>
          <p:cNvPr id="404" name="Shape 404"/>
          <p:cNvCxnSpPr/>
          <p:nvPr/>
        </p:nvCxnSpPr>
        <p:spPr>
          <a:xfrm rot="10800000">
            <a:off x="11622373" y="2649239"/>
            <a:ext cx="4362" cy="629684"/>
          </a:xfrm>
          <a:prstGeom prst="straightConnector1">
            <a:avLst/>
          </a:prstGeom>
          <a:noFill/>
          <a:ln w="63500" cap="rnd" cmpd="sng">
            <a:solidFill>
              <a:srgbClr val="FFFFFF"/>
            </a:solidFill>
            <a:prstDash val="solid"/>
            <a:miter/>
            <a:headEnd type="stealth" w="med" len="med"/>
            <a:tailEnd type="none" w="med" len="med"/>
          </a:ln>
        </p:spPr>
      </p:cxnSp>
      <p:sp>
        <p:nvSpPr>
          <p:cNvPr id="405" name="Shape 405"/>
          <p:cNvSpPr txBox="1"/>
          <p:nvPr/>
        </p:nvSpPr>
        <p:spPr>
          <a:xfrm>
            <a:off x="10061978" y="1751976"/>
            <a:ext cx="3176051" cy="884175"/>
          </a:xfrm>
          <a:prstGeom prst="rect">
            <a:avLst/>
          </a:prstGeom>
          <a:noFill/>
          <a:ln w="50800" cap="rnd" cmpd="sng">
            <a:solidFill>
              <a:srgbClr val="FF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x = 4</a:t>
            </a:r>
          </a:p>
        </p:txBody>
      </p:sp>
      <p:cxnSp>
        <p:nvCxnSpPr>
          <p:cNvPr id="406" name="Shape 406"/>
          <p:cNvCxnSpPr/>
          <p:nvPr/>
        </p:nvCxnSpPr>
        <p:spPr>
          <a:xfrm rot="10800000" flipH="1">
            <a:off x="8805517" y="3915880"/>
            <a:ext cx="1278272" cy="11633"/>
          </a:xfrm>
          <a:prstGeom prst="straightConnector1">
            <a:avLst/>
          </a:prstGeom>
          <a:noFill/>
          <a:ln w="63500" cap="rnd" cmpd="sng">
            <a:solidFill>
              <a:srgbClr val="FF9900"/>
            </a:solidFill>
            <a:prstDash val="solid"/>
            <a:miter/>
            <a:headEnd type="none" w="med" len="med"/>
            <a:tailEnd type="none" w="med" len="med"/>
          </a:ln>
        </p:spPr>
      </p:cxnSp>
      <p:cxnSp>
        <p:nvCxnSpPr>
          <p:cNvPr id="407" name="Shape 407"/>
          <p:cNvCxnSpPr/>
          <p:nvPr/>
        </p:nvCxnSpPr>
        <p:spPr>
          <a:xfrm rot="10800000" flipH="1">
            <a:off x="8788067" y="3910062"/>
            <a:ext cx="17450" cy="683491"/>
          </a:xfrm>
          <a:prstGeom prst="straightConnector1">
            <a:avLst/>
          </a:prstGeom>
          <a:noFill/>
          <a:ln w="63500" cap="rnd" cmpd="sng">
            <a:solidFill>
              <a:srgbClr val="FF9900"/>
            </a:solidFill>
            <a:prstDash val="solid"/>
            <a:miter/>
            <a:headEnd type="stealth" w="med" len="med"/>
            <a:tailEnd type="none" w="med" len="med"/>
          </a:ln>
        </p:spPr>
      </p:cxnSp>
      <p:cxnSp>
        <p:nvCxnSpPr>
          <p:cNvPr id="409" name="Shape 409"/>
          <p:cNvCxnSpPr/>
          <p:nvPr/>
        </p:nvCxnSpPr>
        <p:spPr>
          <a:xfrm flipH="1">
            <a:off x="8783702" y="6222298"/>
            <a:ext cx="2856119" cy="2908"/>
          </a:xfrm>
          <a:prstGeom prst="straightConnector1">
            <a:avLst/>
          </a:prstGeom>
          <a:noFill/>
          <a:ln w="63500" cap="rnd" cmpd="sng">
            <a:solidFill>
              <a:srgbClr val="FF9900"/>
            </a:solidFill>
            <a:prstDash val="solid"/>
            <a:miter/>
            <a:headEnd type="stealth" w="med" len="med"/>
            <a:tailEnd type="none" w="med" len="med"/>
          </a:ln>
        </p:spPr>
      </p:cxnSp>
      <p:cxnSp>
        <p:nvCxnSpPr>
          <p:cNvPr id="410" name="Shape 410"/>
          <p:cNvCxnSpPr/>
          <p:nvPr/>
        </p:nvCxnSpPr>
        <p:spPr>
          <a:xfrm rot="10800000">
            <a:off x="8757526" y="5777302"/>
            <a:ext cx="8725" cy="423181"/>
          </a:xfrm>
          <a:prstGeom prst="straightConnector1">
            <a:avLst/>
          </a:prstGeom>
          <a:noFill/>
          <a:ln w="63500" cap="rnd" cmpd="sng">
            <a:solidFill>
              <a:srgbClr val="FF9900"/>
            </a:solidFill>
            <a:prstDash val="solid"/>
            <a:miter/>
            <a:headEnd type="none" w="med" len="med"/>
            <a:tailEnd type="none" w="med" len="med"/>
          </a:ln>
        </p:spPr>
      </p:cxnSp>
      <p:cxnSp>
        <p:nvCxnSpPr>
          <p:cNvPr id="411" name="Shape 411"/>
          <p:cNvCxnSpPr/>
          <p:nvPr/>
        </p:nvCxnSpPr>
        <p:spPr>
          <a:xfrm rot="10800000" flipH="1">
            <a:off x="11650004" y="6283375"/>
            <a:ext cx="17450" cy="683491"/>
          </a:xfrm>
          <a:prstGeom prst="straightConnector1">
            <a:avLst/>
          </a:prstGeom>
          <a:noFill/>
          <a:ln w="63500" cap="rnd" cmpd="sng">
            <a:solidFill>
              <a:srgbClr val="00FFFF"/>
            </a:solidFill>
            <a:prstDash val="solid"/>
            <a:miter/>
            <a:headEnd type="stealth" w="med" len="med"/>
            <a:tailEnd type="none" w="med" len="med"/>
          </a:ln>
        </p:spPr>
      </p:cxnSp>
      <p:sp>
        <p:nvSpPr>
          <p:cNvPr id="412" name="Shape 412"/>
          <p:cNvSpPr txBox="1"/>
          <p:nvPr/>
        </p:nvSpPr>
        <p:spPr>
          <a:xfrm>
            <a:off x="10015442" y="6940691"/>
            <a:ext cx="3176051" cy="884175"/>
          </a:xfrm>
          <a:prstGeom prst="rect">
            <a:avLst/>
          </a:prstGeom>
          <a:noFill/>
          <a:ln w="50800" cap="rnd" cmpd="sng">
            <a:solidFill>
              <a:srgbClr val="00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300" u="none" strike="noStrike" cap="none" dirty="0">
                <a:solidFill>
                  <a:schemeClr val="lt1"/>
                </a:solidFill>
                <a:latin typeface="Arial" charset="0"/>
                <a:ea typeface="Arial" charset="0"/>
                <a:cs typeface="Arial" charset="0"/>
                <a:sym typeface="Cabin"/>
              </a:rPr>
              <a:t>print('All Done')</a:t>
            </a:r>
          </a:p>
        </p:txBody>
      </p:sp>
      <p:sp>
        <p:nvSpPr>
          <p:cNvPr id="22" name="Shape 418"/>
          <p:cNvSpPr txBox="1"/>
          <p:nvPr/>
        </p:nvSpPr>
        <p:spPr>
          <a:xfrm>
            <a:off x="1109119" y="3549412"/>
            <a:ext cx="4814099" cy="4009665"/>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FFFFFF"/>
                </a:solidFill>
                <a:latin typeface="Courier"/>
                <a:ea typeface="Courier"/>
                <a:cs typeface="Courier"/>
                <a:sym typeface="Courier New"/>
              </a:rPr>
              <a:t>x = 4</a:t>
            </a:r>
          </a:p>
          <a:p>
            <a:pPr marL="0" marR="0" lvl="0" indent="0" algn="ctr" rtl="0">
              <a:lnSpc>
                <a:spcPct val="100000"/>
              </a:lnSpc>
              <a:spcBef>
                <a:spcPts val="0"/>
              </a:spcBef>
              <a:spcAft>
                <a:spcPts val="0"/>
              </a:spcAft>
              <a:buNone/>
            </a:pPr>
            <a:endParaRPr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if x &gt; 2 :</a:t>
            </a: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    print('Bigger')</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FF9900"/>
                </a:solidFill>
                <a:latin typeface="Courier"/>
                <a:ea typeface="Courier"/>
                <a:cs typeface="Courier"/>
                <a:sym typeface="Courier New"/>
              </a:rPr>
              <a:t>else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FF9900"/>
                </a:solidFill>
                <a:latin typeface="Courier"/>
                <a:ea typeface="Courier"/>
                <a:cs typeface="Courier"/>
                <a:sym typeface="Courier New"/>
              </a:rPr>
              <a:t>    print('Smaller')</a:t>
            </a:r>
          </a:p>
          <a:p>
            <a:pPr marL="0" marR="0" lvl="0" indent="0" algn="ctr" rtl="0">
              <a:lnSpc>
                <a:spcPct val="100000"/>
              </a:lnSpc>
              <a:spcBef>
                <a:spcPts val="0"/>
              </a:spcBef>
              <a:spcAft>
                <a:spcPts val="0"/>
              </a:spcAft>
              <a:buNone/>
            </a:pPr>
            <a:endParaRPr sz="3000" i="0" u="none" strike="noStrike" cap="none" dirty="0">
              <a:solidFill>
                <a:srgbClr val="00FFFF"/>
              </a:solidFill>
              <a:latin typeface="Courier"/>
              <a:ea typeface="Courier"/>
              <a:cs typeface="Courier"/>
              <a:sym typeface="Courier New"/>
            </a:endParaRPr>
          </a:p>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00FFFF"/>
                </a:solidFill>
                <a:latin typeface="Courier"/>
                <a:ea typeface="Courier"/>
                <a:cs typeface="Courier"/>
                <a:sym typeface="Courier New"/>
              </a:rPr>
              <a:t>print('All done')</a:t>
            </a:r>
          </a:p>
        </p:txBody>
      </p:sp>
      <p:sp>
        <p:nvSpPr>
          <p:cNvPr id="21" name="Shape 408"/>
          <p:cNvSpPr txBox="1"/>
          <p:nvPr/>
        </p:nvSpPr>
        <p:spPr>
          <a:xfrm>
            <a:off x="7083585" y="4602279"/>
            <a:ext cx="3393915" cy="1163389"/>
          </a:xfrm>
          <a:prstGeom prst="rect">
            <a:avLst/>
          </a:prstGeom>
          <a:noFill/>
          <a:ln w="50800" cap="rnd" cmpd="sng">
            <a:solidFill>
              <a:srgbClr val="FF99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print('Not bigger')</a:t>
            </a:r>
          </a:p>
        </p:txBody>
      </p:sp>
    </p:spTree>
    <p:extLst>
      <p:ext uri="{BB962C8B-B14F-4D97-AF65-F5344CB8AC3E}">
        <p14:creationId xmlns:p14="http://schemas.microsoft.com/office/powerpoint/2010/main" val="245994493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393"/>
        <p:cNvGrpSpPr/>
        <p:nvPr/>
      </p:nvGrpSpPr>
      <p:grpSpPr>
        <a:xfrm>
          <a:off x="0" y="0"/>
          <a:ext cx="0" cy="0"/>
          <a:chOff x="0" y="0"/>
          <a:chExt cx="0" cy="0"/>
        </a:xfrm>
      </p:grpSpPr>
      <p:sp>
        <p:nvSpPr>
          <p:cNvPr id="23" name="Shape 458"/>
          <p:cNvSpPr txBox="1"/>
          <p:nvPr/>
        </p:nvSpPr>
        <p:spPr>
          <a:xfrm>
            <a:off x="955900" y="4404944"/>
            <a:ext cx="4726519" cy="2298600"/>
          </a:xfrm>
          <a:prstGeom prst="rect">
            <a:avLst/>
          </a:prstGeom>
          <a:noFill/>
          <a:ln w="50800" cap="rnd" cmpd="sng">
            <a:solidFill>
              <a:srgbClr val="FFFF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a:p>
        </p:txBody>
      </p:sp>
      <p:sp>
        <p:nvSpPr>
          <p:cNvPr id="394" name="Shape 394"/>
          <p:cNvSpPr txBox="1">
            <a:spLocks noGrp="1"/>
          </p:cNvSpPr>
          <p:nvPr>
            <p:ph type="title"/>
          </p:nvPr>
        </p:nvSpPr>
        <p:spPr>
          <a:xfrm>
            <a:off x="1155700" y="745588"/>
            <a:ext cx="7758111"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6600" u="none" strike="noStrike" cap="none" dirty="0">
                <a:solidFill>
                  <a:srgbClr val="FFD966"/>
                </a:solidFill>
                <a:latin typeface="Arial" charset="0"/>
                <a:ea typeface="Arial" charset="0"/>
                <a:cs typeface="Arial" charset="0"/>
                <a:sym typeface="Cabin"/>
              </a:rPr>
              <a:t>Visualize Blocks</a:t>
            </a:r>
          </a:p>
        </p:txBody>
      </p:sp>
      <p:sp>
        <p:nvSpPr>
          <p:cNvPr id="22" name="Shape 418"/>
          <p:cNvSpPr txBox="1"/>
          <p:nvPr/>
        </p:nvSpPr>
        <p:spPr>
          <a:xfrm>
            <a:off x="1109119" y="3549412"/>
            <a:ext cx="4814099" cy="4009665"/>
          </a:xfrm>
          <a:prstGeom prst="rect">
            <a:avLst/>
          </a:prstGeom>
          <a:noFill/>
          <a:ln w="9525" cap="flat" cmpd="sng">
            <a:noFill/>
            <a:prstDash val="solid"/>
            <a:round/>
            <a:headEnd type="none" w="med" len="med"/>
            <a:tailEnd type="none" w="med" len="med"/>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FFFFFF"/>
                </a:solidFill>
                <a:latin typeface="Courier"/>
                <a:ea typeface="Courier"/>
                <a:cs typeface="Courier"/>
                <a:sym typeface="Courier New"/>
              </a:rPr>
              <a:t>x = 4</a:t>
            </a:r>
          </a:p>
          <a:p>
            <a:pPr marL="0" marR="0" lvl="0" indent="0" algn="ctr" rtl="0">
              <a:lnSpc>
                <a:spcPct val="100000"/>
              </a:lnSpc>
              <a:spcBef>
                <a:spcPts val="0"/>
              </a:spcBef>
              <a:spcAft>
                <a:spcPts val="0"/>
              </a:spcAft>
              <a:buNone/>
            </a:pPr>
            <a:endParaRPr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if x &gt; 2 :</a:t>
            </a:r>
          </a:p>
          <a:p>
            <a:pPr marL="0" marR="0" lvl="0" indent="0" algn="l" rtl="0">
              <a:lnSpc>
                <a:spcPct val="100000"/>
              </a:lnSpc>
              <a:spcBef>
                <a:spcPts val="0"/>
              </a:spcBef>
              <a:spcAft>
                <a:spcPts val="0"/>
              </a:spcAft>
              <a:buClr>
                <a:srgbClr val="00FF00"/>
              </a:buClr>
              <a:buSzPct val="25000"/>
              <a:buFont typeface="Cabin"/>
              <a:buNone/>
            </a:pPr>
            <a:r>
              <a:rPr lang="en-US" sz="3000" i="0" u="none" strike="noStrike" cap="none" dirty="0">
                <a:solidFill>
                  <a:srgbClr val="00FF00"/>
                </a:solidFill>
                <a:latin typeface="Courier"/>
                <a:ea typeface="Courier"/>
                <a:cs typeface="Courier"/>
                <a:sym typeface="Courier New"/>
              </a:rPr>
              <a:t>    print('Bigger')</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FF9900"/>
                </a:solidFill>
                <a:latin typeface="Courier"/>
                <a:ea typeface="Courier"/>
                <a:cs typeface="Courier"/>
                <a:sym typeface="Courier New"/>
              </a:rPr>
              <a:t>else :</a:t>
            </a:r>
          </a:p>
          <a:p>
            <a:pPr marL="0" marR="0" lvl="0" indent="0" algn="l" rtl="0">
              <a:lnSpc>
                <a:spcPct val="100000"/>
              </a:lnSpc>
              <a:spcBef>
                <a:spcPts val="0"/>
              </a:spcBef>
              <a:spcAft>
                <a:spcPts val="0"/>
              </a:spcAft>
              <a:buClr>
                <a:srgbClr val="FF00FF"/>
              </a:buClr>
              <a:buSzPct val="25000"/>
              <a:buFont typeface="Cabin"/>
              <a:buNone/>
            </a:pPr>
            <a:r>
              <a:rPr lang="en-US" sz="3000" i="0" u="none" strike="noStrike" cap="none" dirty="0">
                <a:solidFill>
                  <a:srgbClr val="FF9900"/>
                </a:solidFill>
                <a:latin typeface="Courier"/>
                <a:ea typeface="Courier"/>
                <a:cs typeface="Courier"/>
                <a:sym typeface="Courier New"/>
              </a:rPr>
              <a:t>    print('Smaller')</a:t>
            </a:r>
          </a:p>
          <a:p>
            <a:pPr marL="0" marR="0" lvl="0" indent="0" algn="ctr" rtl="0">
              <a:lnSpc>
                <a:spcPct val="100000"/>
              </a:lnSpc>
              <a:spcBef>
                <a:spcPts val="0"/>
              </a:spcBef>
              <a:spcAft>
                <a:spcPts val="0"/>
              </a:spcAft>
              <a:buNone/>
            </a:pPr>
            <a:endParaRPr sz="3000" i="0" u="none" strike="noStrike" cap="none" dirty="0">
              <a:solidFill>
                <a:srgbClr val="00FFFF"/>
              </a:solidFill>
              <a:latin typeface="Courier"/>
              <a:ea typeface="Courier"/>
              <a:cs typeface="Courier"/>
              <a:sym typeface="Courier New"/>
            </a:endParaRPr>
          </a:p>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00FFFF"/>
                </a:solidFill>
                <a:latin typeface="Courier"/>
                <a:ea typeface="Courier"/>
                <a:cs typeface="Courier"/>
                <a:sym typeface="Courier New"/>
              </a:rPr>
              <a:t>print('All done')</a:t>
            </a:r>
          </a:p>
        </p:txBody>
      </p:sp>
      <p:sp>
        <p:nvSpPr>
          <p:cNvPr id="21" name="Shape 440"/>
          <p:cNvSpPr txBox="1"/>
          <p:nvPr/>
        </p:nvSpPr>
        <p:spPr>
          <a:xfrm>
            <a:off x="6891553" y="3024705"/>
            <a:ext cx="9189198" cy="3378200"/>
          </a:xfrm>
          <a:prstGeom prst="rect">
            <a:avLst/>
          </a:prstGeom>
          <a:noFill/>
          <a:ln w="50800" cap="rnd" cmpd="sng">
            <a:solidFill>
              <a:srgbClr val="FFFF00"/>
            </a:solidFill>
            <a:prstDash val="solid"/>
            <a:miter/>
            <a:headEnd type="none" w="med" len="med"/>
            <a:tailEnd type="none" w="med" len="med"/>
          </a:ln>
        </p:spPr>
        <p:txBody>
          <a:bodyPr lIns="0" tIns="0" rIns="0" bIns="0" anchor="t" anchorCtr="0">
            <a:noAutofit/>
          </a:bodyPr>
          <a:lstStyle/>
          <a:p>
            <a:pPr marL="0" marR="0" lvl="0" indent="0" algn="ctr" rtl="0">
              <a:lnSpc>
                <a:spcPct val="100000"/>
              </a:lnSpc>
              <a:spcBef>
                <a:spcPts val="0"/>
              </a:spcBef>
              <a:spcAft>
                <a:spcPts val="0"/>
              </a:spcAft>
              <a:buNone/>
            </a:pPr>
            <a:endParaRPr>
              <a:solidFill>
                <a:srgbClr val="FFFF00"/>
              </a:solidFill>
            </a:endParaRPr>
          </a:p>
        </p:txBody>
      </p:sp>
      <p:sp>
        <p:nvSpPr>
          <p:cNvPr id="24" name="Shape 396"/>
          <p:cNvSpPr/>
          <p:nvPr/>
        </p:nvSpPr>
        <p:spPr>
          <a:xfrm>
            <a:off x="9980540" y="3241114"/>
            <a:ext cx="3257489" cy="1349530"/>
          </a:xfrm>
          <a:prstGeom prst="diamond">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x &gt; 2</a:t>
            </a:r>
          </a:p>
        </p:txBody>
      </p:sp>
      <p:sp>
        <p:nvSpPr>
          <p:cNvPr id="25" name="Shape 397"/>
          <p:cNvSpPr txBox="1"/>
          <p:nvPr/>
        </p:nvSpPr>
        <p:spPr>
          <a:xfrm>
            <a:off x="12784308" y="4613913"/>
            <a:ext cx="3176051" cy="1163389"/>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print('Bigger')</a:t>
            </a:r>
          </a:p>
        </p:txBody>
      </p:sp>
      <p:cxnSp>
        <p:nvCxnSpPr>
          <p:cNvPr id="26" name="Shape 398"/>
          <p:cNvCxnSpPr/>
          <p:nvPr/>
        </p:nvCxnSpPr>
        <p:spPr>
          <a:xfrm rot="10800000" flipH="1">
            <a:off x="13214762" y="3892612"/>
            <a:ext cx="1278272" cy="11633"/>
          </a:xfrm>
          <a:prstGeom prst="straightConnector1">
            <a:avLst/>
          </a:prstGeom>
          <a:noFill/>
          <a:ln w="63500" cap="rnd" cmpd="sng">
            <a:solidFill>
              <a:srgbClr val="00FF00"/>
            </a:solidFill>
            <a:prstDash val="solid"/>
            <a:miter/>
            <a:headEnd type="none" w="med" len="med"/>
            <a:tailEnd type="none" w="med" len="med"/>
          </a:ln>
        </p:spPr>
      </p:cxnSp>
      <p:cxnSp>
        <p:nvCxnSpPr>
          <p:cNvPr id="27" name="Shape 399"/>
          <p:cNvCxnSpPr/>
          <p:nvPr/>
        </p:nvCxnSpPr>
        <p:spPr>
          <a:xfrm rot="10800000" flipH="1">
            <a:off x="14442137" y="3910062"/>
            <a:ext cx="17450" cy="683491"/>
          </a:xfrm>
          <a:prstGeom prst="straightConnector1">
            <a:avLst/>
          </a:prstGeom>
          <a:noFill/>
          <a:ln w="63500" cap="rnd" cmpd="sng">
            <a:solidFill>
              <a:srgbClr val="00FF00"/>
            </a:solidFill>
            <a:prstDash val="solid"/>
            <a:miter/>
            <a:headEnd type="stealth" w="med" len="med"/>
            <a:tailEnd type="none" w="med" len="med"/>
          </a:ln>
        </p:spPr>
      </p:cxnSp>
      <p:cxnSp>
        <p:nvCxnSpPr>
          <p:cNvPr id="28" name="Shape 400"/>
          <p:cNvCxnSpPr/>
          <p:nvPr/>
        </p:nvCxnSpPr>
        <p:spPr>
          <a:xfrm rot="10800000" flipH="1">
            <a:off x="11638370" y="6213572"/>
            <a:ext cx="2822672" cy="29085"/>
          </a:xfrm>
          <a:prstGeom prst="straightConnector1">
            <a:avLst/>
          </a:prstGeom>
          <a:noFill/>
          <a:ln w="63500" cap="rnd" cmpd="sng">
            <a:solidFill>
              <a:srgbClr val="00FF00"/>
            </a:solidFill>
            <a:prstDash val="solid"/>
            <a:miter/>
            <a:headEnd type="stealth" w="med" len="med"/>
            <a:tailEnd type="none" w="med" len="med"/>
          </a:ln>
        </p:spPr>
      </p:cxnSp>
      <p:sp>
        <p:nvSpPr>
          <p:cNvPr id="29" name="Shape 401"/>
          <p:cNvSpPr txBox="1"/>
          <p:nvPr/>
        </p:nvSpPr>
        <p:spPr>
          <a:xfrm>
            <a:off x="13683026" y="3293467"/>
            <a:ext cx="810008" cy="51189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30" name="Shape 402"/>
          <p:cNvSpPr txBox="1"/>
          <p:nvPr/>
        </p:nvSpPr>
        <p:spPr>
          <a:xfrm>
            <a:off x="9560265" y="3293467"/>
            <a:ext cx="495894" cy="511890"/>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31" name="Shape 403"/>
          <p:cNvCxnSpPr/>
          <p:nvPr/>
        </p:nvCxnSpPr>
        <p:spPr>
          <a:xfrm rot="10800000">
            <a:off x="14434866" y="5765668"/>
            <a:ext cx="8725" cy="423181"/>
          </a:xfrm>
          <a:prstGeom prst="straightConnector1">
            <a:avLst/>
          </a:prstGeom>
          <a:noFill/>
          <a:ln w="63500" cap="rnd" cmpd="sng">
            <a:solidFill>
              <a:srgbClr val="00FF00"/>
            </a:solidFill>
            <a:prstDash val="solid"/>
            <a:miter/>
            <a:headEnd type="none" w="med" len="med"/>
            <a:tailEnd type="none" w="med" len="med"/>
          </a:ln>
        </p:spPr>
      </p:cxnSp>
      <p:cxnSp>
        <p:nvCxnSpPr>
          <p:cNvPr id="32" name="Shape 404"/>
          <p:cNvCxnSpPr/>
          <p:nvPr/>
        </p:nvCxnSpPr>
        <p:spPr>
          <a:xfrm rot="10800000">
            <a:off x="11622373" y="2649239"/>
            <a:ext cx="4362" cy="629684"/>
          </a:xfrm>
          <a:prstGeom prst="straightConnector1">
            <a:avLst/>
          </a:prstGeom>
          <a:noFill/>
          <a:ln w="63500" cap="rnd" cmpd="sng">
            <a:solidFill>
              <a:srgbClr val="FFFFFF"/>
            </a:solidFill>
            <a:prstDash val="solid"/>
            <a:miter/>
            <a:headEnd type="stealth" w="med" len="med"/>
            <a:tailEnd type="none" w="med" len="med"/>
          </a:ln>
        </p:spPr>
      </p:cxnSp>
      <p:sp>
        <p:nvSpPr>
          <p:cNvPr id="33" name="Shape 405"/>
          <p:cNvSpPr txBox="1"/>
          <p:nvPr/>
        </p:nvSpPr>
        <p:spPr>
          <a:xfrm>
            <a:off x="10061978" y="1751976"/>
            <a:ext cx="3176051" cy="884175"/>
          </a:xfrm>
          <a:prstGeom prst="rect">
            <a:avLst/>
          </a:prstGeom>
          <a:noFill/>
          <a:ln w="50800" cap="rnd" cmpd="sng">
            <a:solidFill>
              <a:srgbClr val="FF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x = 4</a:t>
            </a:r>
          </a:p>
        </p:txBody>
      </p:sp>
      <p:cxnSp>
        <p:nvCxnSpPr>
          <p:cNvPr id="34" name="Shape 406"/>
          <p:cNvCxnSpPr/>
          <p:nvPr/>
        </p:nvCxnSpPr>
        <p:spPr>
          <a:xfrm rot="10800000" flipH="1">
            <a:off x="8805517" y="3915880"/>
            <a:ext cx="1278272" cy="11633"/>
          </a:xfrm>
          <a:prstGeom prst="straightConnector1">
            <a:avLst/>
          </a:prstGeom>
          <a:noFill/>
          <a:ln w="63500" cap="rnd" cmpd="sng">
            <a:solidFill>
              <a:srgbClr val="FF9900"/>
            </a:solidFill>
            <a:prstDash val="solid"/>
            <a:miter/>
            <a:headEnd type="none" w="med" len="med"/>
            <a:tailEnd type="none" w="med" len="med"/>
          </a:ln>
        </p:spPr>
      </p:cxnSp>
      <p:cxnSp>
        <p:nvCxnSpPr>
          <p:cNvPr id="35" name="Shape 407"/>
          <p:cNvCxnSpPr/>
          <p:nvPr/>
        </p:nvCxnSpPr>
        <p:spPr>
          <a:xfrm rot="10800000" flipH="1">
            <a:off x="8788067" y="3910062"/>
            <a:ext cx="17450" cy="683491"/>
          </a:xfrm>
          <a:prstGeom prst="straightConnector1">
            <a:avLst/>
          </a:prstGeom>
          <a:noFill/>
          <a:ln w="63500" cap="rnd" cmpd="sng">
            <a:solidFill>
              <a:srgbClr val="FF9900"/>
            </a:solidFill>
            <a:prstDash val="solid"/>
            <a:miter/>
            <a:headEnd type="stealth" w="med" len="med"/>
            <a:tailEnd type="none" w="med" len="med"/>
          </a:ln>
        </p:spPr>
      </p:cxnSp>
      <p:cxnSp>
        <p:nvCxnSpPr>
          <p:cNvPr id="36" name="Shape 409"/>
          <p:cNvCxnSpPr/>
          <p:nvPr/>
        </p:nvCxnSpPr>
        <p:spPr>
          <a:xfrm flipH="1">
            <a:off x="8783702" y="6222298"/>
            <a:ext cx="2856119" cy="2908"/>
          </a:xfrm>
          <a:prstGeom prst="straightConnector1">
            <a:avLst/>
          </a:prstGeom>
          <a:noFill/>
          <a:ln w="63500" cap="rnd" cmpd="sng">
            <a:solidFill>
              <a:srgbClr val="FF9900"/>
            </a:solidFill>
            <a:prstDash val="solid"/>
            <a:miter/>
            <a:headEnd type="stealth" w="med" len="med"/>
            <a:tailEnd type="none" w="med" len="med"/>
          </a:ln>
        </p:spPr>
      </p:cxnSp>
      <p:cxnSp>
        <p:nvCxnSpPr>
          <p:cNvPr id="37" name="Shape 410"/>
          <p:cNvCxnSpPr/>
          <p:nvPr/>
        </p:nvCxnSpPr>
        <p:spPr>
          <a:xfrm rot="10800000">
            <a:off x="8757526" y="5777302"/>
            <a:ext cx="8725" cy="423181"/>
          </a:xfrm>
          <a:prstGeom prst="straightConnector1">
            <a:avLst/>
          </a:prstGeom>
          <a:noFill/>
          <a:ln w="63500" cap="rnd" cmpd="sng">
            <a:solidFill>
              <a:srgbClr val="FF9900"/>
            </a:solidFill>
            <a:prstDash val="solid"/>
            <a:miter/>
            <a:headEnd type="none" w="med" len="med"/>
            <a:tailEnd type="none" w="med" len="med"/>
          </a:ln>
        </p:spPr>
      </p:cxnSp>
      <p:cxnSp>
        <p:nvCxnSpPr>
          <p:cNvPr id="38" name="Shape 411"/>
          <p:cNvCxnSpPr/>
          <p:nvPr/>
        </p:nvCxnSpPr>
        <p:spPr>
          <a:xfrm rot="10800000" flipH="1">
            <a:off x="11650004" y="6283375"/>
            <a:ext cx="17450" cy="683491"/>
          </a:xfrm>
          <a:prstGeom prst="straightConnector1">
            <a:avLst/>
          </a:prstGeom>
          <a:noFill/>
          <a:ln w="63500" cap="rnd" cmpd="sng">
            <a:solidFill>
              <a:srgbClr val="00FFFF"/>
            </a:solidFill>
            <a:prstDash val="solid"/>
            <a:miter/>
            <a:headEnd type="stealth" w="med" len="med"/>
            <a:tailEnd type="none" w="med" len="med"/>
          </a:ln>
        </p:spPr>
      </p:cxnSp>
      <p:sp>
        <p:nvSpPr>
          <p:cNvPr id="39" name="Shape 412"/>
          <p:cNvSpPr txBox="1"/>
          <p:nvPr/>
        </p:nvSpPr>
        <p:spPr>
          <a:xfrm>
            <a:off x="10015442" y="6940691"/>
            <a:ext cx="3176051" cy="884175"/>
          </a:xfrm>
          <a:prstGeom prst="rect">
            <a:avLst/>
          </a:prstGeom>
          <a:noFill/>
          <a:ln w="50800" cap="rnd" cmpd="sng">
            <a:solidFill>
              <a:srgbClr val="00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300" u="none" strike="noStrike" cap="none" dirty="0">
                <a:solidFill>
                  <a:schemeClr val="lt1"/>
                </a:solidFill>
                <a:latin typeface="Arial" charset="0"/>
                <a:ea typeface="Arial" charset="0"/>
                <a:cs typeface="Arial" charset="0"/>
                <a:sym typeface="Cabin"/>
              </a:rPr>
              <a:t>print('All Done')</a:t>
            </a:r>
          </a:p>
        </p:txBody>
      </p:sp>
      <p:sp>
        <p:nvSpPr>
          <p:cNvPr id="40" name="Shape 408"/>
          <p:cNvSpPr txBox="1"/>
          <p:nvPr/>
        </p:nvSpPr>
        <p:spPr>
          <a:xfrm>
            <a:off x="7083585" y="4602279"/>
            <a:ext cx="3393915" cy="1163389"/>
          </a:xfrm>
          <a:prstGeom prst="rect">
            <a:avLst/>
          </a:prstGeom>
          <a:noFill/>
          <a:ln w="50800" cap="rnd" cmpd="sng">
            <a:solidFill>
              <a:srgbClr val="FF99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print('Not bigger')</a:t>
            </a:r>
          </a:p>
        </p:txBody>
      </p:sp>
    </p:spTree>
    <p:extLst>
      <p:ext uri="{BB962C8B-B14F-4D97-AF65-F5344CB8AC3E}">
        <p14:creationId xmlns:p14="http://schemas.microsoft.com/office/powerpoint/2010/main" val="218602615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7200" dirty="0">
                <a:solidFill>
                  <a:srgbClr val="FFD966"/>
                </a:solidFill>
              </a:rPr>
              <a:t>More Conditional Structures</a:t>
            </a:r>
            <a:r>
              <a:rPr lang="is-IS" sz="7200" dirty="0">
                <a:solidFill>
                  <a:srgbClr val="FFD966"/>
                </a:solidFill>
              </a:rPr>
              <a:t>…</a:t>
            </a:r>
            <a:endParaRPr lang="en-US" sz="7200" dirty="0">
              <a:solidFill>
                <a:srgbClr val="FFD966"/>
              </a:solidFill>
            </a:endParaRPr>
          </a:p>
        </p:txBody>
      </p:sp>
    </p:spTree>
    <p:extLst>
      <p:ext uri="{BB962C8B-B14F-4D97-AF65-F5344CB8AC3E}">
        <p14:creationId xmlns:p14="http://schemas.microsoft.com/office/powerpoint/2010/main" val="210304594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Shape 465"/>
          <p:cNvSpPr txBox="1">
            <a:spLocks noGrp="1"/>
          </p:cNvSpPr>
          <p:nvPr>
            <p:ph type="title"/>
          </p:nvPr>
        </p:nvSpPr>
        <p:spPr>
          <a:xfrm>
            <a:off x="1155700" y="745588"/>
            <a:ext cx="5759363"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Multi-way</a:t>
            </a:r>
          </a:p>
        </p:txBody>
      </p:sp>
      <p:sp>
        <p:nvSpPr>
          <p:cNvPr id="466" name="Shape 466"/>
          <p:cNvSpPr txBox="1"/>
          <p:nvPr/>
        </p:nvSpPr>
        <p:spPr>
          <a:xfrm>
            <a:off x="1023921" y="2933700"/>
            <a:ext cx="5102699" cy="4457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endParaRPr lang="en-US" sz="3000" b="1"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00FF00"/>
                </a:solidFill>
                <a:latin typeface="Courier"/>
                <a:ea typeface="Courier"/>
                <a:cs typeface="Courier"/>
                <a:sym typeface="Courier New"/>
              </a:rPr>
              <a:t>if</a:t>
            </a:r>
            <a:r>
              <a:rPr lang="en-US" sz="3000" i="0" u="none" strike="noStrike" cap="none" dirty="0">
                <a:solidFill>
                  <a:schemeClr val="lt1"/>
                </a:solidFill>
                <a:latin typeface="Courier"/>
                <a:ea typeface="Courier"/>
                <a:cs typeface="Courier"/>
                <a:sym typeface="Courier New"/>
              </a:rPr>
              <a:t> x &lt; 2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a:t>
            </a:r>
            <a:r>
              <a:rPr lang="en-US" sz="3000" dirty="0">
                <a:solidFill>
                  <a:schemeClr val="lt1"/>
                </a:solidFill>
                <a:latin typeface="Courier"/>
                <a:ea typeface="Courier"/>
                <a:cs typeface="Courier"/>
                <a:sym typeface="Courier New"/>
              </a:rPr>
              <a:t>s</a:t>
            </a:r>
            <a:r>
              <a:rPr lang="en-US" sz="3000" i="0" u="none" strike="noStrike" cap="none" dirty="0">
                <a:solidFill>
                  <a:schemeClr val="lt1"/>
                </a:solidFill>
                <a:latin typeface="Courier"/>
                <a:ea typeface="Courier"/>
                <a:cs typeface="Courier"/>
                <a:sym typeface="Courier New"/>
              </a:rPr>
              <a:t>mall'</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00FF00"/>
                </a:solidFill>
                <a:latin typeface="Courier"/>
                <a:ea typeface="Courier"/>
                <a:cs typeface="Courier"/>
                <a:sym typeface="Courier New"/>
              </a:rPr>
              <a:t>elif</a:t>
            </a:r>
            <a:r>
              <a:rPr lang="en-US" sz="3000" i="0" u="none" strike="noStrike" cap="none" dirty="0">
                <a:solidFill>
                  <a:schemeClr val="lt1"/>
                </a:solidFill>
                <a:latin typeface="Courier"/>
                <a:ea typeface="Courier"/>
                <a:cs typeface="Courier"/>
                <a:sym typeface="Courier New"/>
              </a:rPr>
              <a:t> x &lt; 10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a:t>
            </a:r>
            <a:r>
              <a:rPr lang="en-US" sz="3000" dirty="0">
                <a:solidFill>
                  <a:schemeClr val="lt1"/>
                </a:solidFill>
                <a:latin typeface="Courier"/>
                <a:ea typeface="Courier"/>
                <a:cs typeface="Courier"/>
                <a:sym typeface="Courier New"/>
              </a:rPr>
              <a:t>Medium'</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00FF00"/>
                </a:solidFill>
                <a:latin typeface="Courier"/>
                <a:ea typeface="Courier"/>
                <a:cs typeface="Courier"/>
                <a:sym typeface="Courier New"/>
              </a:rPr>
              <a:t>else</a:t>
            </a:r>
            <a:r>
              <a:rPr lang="en-US" sz="3000" i="0" u="none" strike="noStrike" cap="none" dirty="0">
                <a:solidFill>
                  <a:schemeClr val="lt1"/>
                </a:solidFill>
                <a:latin typeface="Courier"/>
                <a:ea typeface="Courier"/>
                <a:cs typeface="Courier"/>
                <a:sym typeface="Courier New"/>
              </a:rPr>
              <a:t>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'LARGE'</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lvl="0">
              <a:buClr>
                <a:srgbClr val="FFFF00"/>
              </a:buClr>
              <a:buSzPct val="25000"/>
            </a:pPr>
            <a:r>
              <a:rPr lang="en-US" sz="3000" i="0" u="none" strike="noStrike" cap="none" dirty="0">
                <a:solidFill>
                  <a:srgbClr val="00FF00"/>
                </a:solidFill>
                <a:latin typeface="Courier"/>
                <a:ea typeface="Courier"/>
                <a:cs typeface="Courier"/>
                <a:sym typeface="Courier New"/>
              </a:rPr>
              <a:t>print</a:t>
            </a:r>
            <a:r>
              <a:rPr lang="en-US" sz="3000" dirty="0">
                <a:solidFill>
                  <a:schemeClr val="lt1"/>
                </a:solidFill>
                <a:latin typeface="Courier"/>
                <a:ea typeface="Courier"/>
                <a:cs typeface="Courier"/>
                <a:sym typeface="Courier New"/>
              </a:rPr>
              <a:t>(</a:t>
            </a:r>
            <a:r>
              <a:rPr lang="en-US" sz="3000" i="0" u="none" strike="noStrike" cap="none" dirty="0">
                <a:solidFill>
                  <a:schemeClr val="lt1"/>
                </a:solidFill>
                <a:latin typeface="Courier"/>
                <a:ea typeface="Courier"/>
                <a:cs typeface="Courier"/>
                <a:sym typeface="Courier New"/>
              </a:rPr>
              <a:t>'All done'</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p:txBody>
      </p:sp>
      <p:sp>
        <p:nvSpPr>
          <p:cNvPr id="467" name="Shape 467"/>
          <p:cNvSpPr/>
          <p:nvPr/>
        </p:nvSpPr>
        <p:spPr>
          <a:xfrm>
            <a:off x="7796412" y="2286710"/>
            <a:ext cx="3139423" cy="1300743"/>
          </a:xfrm>
          <a:prstGeom prst="diamond">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2</a:t>
            </a:r>
          </a:p>
        </p:txBody>
      </p:sp>
      <p:sp>
        <p:nvSpPr>
          <p:cNvPr id="468" name="Shape 468"/>
          <p:cNvSpPr txBox="1"/>
          <p:nvPr/>
        </p:nvSpPr>
        <p:spPr>
          <a:xfrm>
            <a:off x="11552613" y="2376410"/>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a:t>
            </a:r>
            <a:r>
              <a:rPr lang="en-US" sz="3200" dirty="0">
                <a:solidFill>
                  <a:schemeClr val="lt1"/>
                </a:solidFill>
                <a:latin typeface="Arial" charset="0"/>
                <a:ea typeface="Arial" charset="0"/>
                <a:cs typeface="Arial" charset="0"/>
                <a:sym typeface="Cabin"/>
              </a:rPr>
              <a:t>s</a:t>
            </a:r>
            <a:r>
              <a:rPr lang="en-US" sz="3200" u="none" strike="noStrike" cap="none" dirty="0">
                <a:solidFill>
                  <a:schemeClr val="lt1"/>
                </a:solidFill>
                <a:latin typeface="Arial" charset="0"/>
                <a:ea typeface="Arial" charset="0"/>
                <a:cs typeface="Arial" charset="0"/>
                <a:sym typeface="Cabin"/>
              </a:rPr>
              <a:t>mall')</a:t>
            </a:r>
          </a:p>
        </p:txBody>
      </p:sp>
      <p:cxnSp>
        <p:nvCxnSpPr>
          <p:cNvPr id="469" name="Shape 469"/>
          <p:cNvCxnSpPr/>
          <p:nvPr/>
        </p:nvCxnSpPr>
        <p:spPr>
          <a:xfrm rot="10800000">
            <a:off x="10986368" y="2939840"/>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70" name="Shape 470"/>
          <p:cNvCxnSpPr/>
          <p:nvPr/>
        </p:nvCxnSpPr>
        <p:spPr>
          <a:xfrm rot="10800000" flipH="1">
            <a:off x="9427836" y="6893651"/>
            <a:ext cx="5728196" cy="91113"/>
          </a:xfrm>
          <a:prstGeom prst="straightConnector1">
            <a:avLst/>
          </a:prstGeom>
          <a:noFill/>
          <a:ln w="63500" cap="rnd" cmpd="sng">
            <a:solidFill>
              <a:srgbClr val="00FF00"/>
            </a:solidFill>
            <a:prstDash val="solid"/>
            <a:miter/>
            <a:headEnd type="stealth" w="med" len="med"/>
            <a:tailEnd type="none" w="med" len="med"/>
          </a:ln>
        </p:spPr>
      </p:cxnSp>
      <p:sp>
        <p:nvSpPr>
          <p:cNvPr id="471" name="Shape 471"/>
          <p:cNvSpPr txBox="1"/>
          <p:nvPr/>
        </p:nvSpPr>
        <p:spPr>
          <a:xfrm>
            <a:off x="10389312" y="2202616"/>
            <a:ext cx="695265"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472" name="Shape 472"/>
          <p:cNvSpPr txBox="1"/>
          <p:nvPr/>
        </p:nvSpPr>
        <p:spPr>
          <a:xfrm>
            <a:off x="8658374" y="3503271"/>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473" name="Shape 473"/>
          <p:cNvCxnSpPr/>
          <p:nvPr/>
        </p:nvCxnSpPr>
        <p:spPr>
          <a:xfrm rot="10800000">
            <a:off x="15139225" y="2955278"/>
            <a:ext cx="33637" cy="3955201"/>
          </a:xfrm>
          <a:prstGeom prst="straightConnector1">
            <a:avLst/>
          </a:prstGeom>
          <a:noFill/>
          <a:ln w="63500" cap="rnd" cmpd="sng">
            <a:solidFill>
              <a:srgbClr val="00FF00"/>
            </a:solidFill>
            <a:prstDash val="solid"/>
            <a:miter/>
            <a:headEnd type="none" w="med" len="med"/>
            <a:tailEnd type="none" w="med" len="med"/>
          </a:ln>
        </p:spPr>
      </p:cxnSp>
      <p:cxnSp>
        <p:nvCxnSpPr>
          <p:cNvPr id="474" name="Shape 474"/>
          <p:cNvCxnSpPr/>
          <p:nvPr/>
        </p:nvCxnSpPr>
        <p:spPr>
          <a:xfrm rot="10800000">
            <a:off x="9378748" y="1716348"/>
            <a:ext cx="4237" cy="606802"/>
          </a:xfrm>
          <a:prstGeom prst="straightConnector1">
            <a:avLst/>
          </a:prstGeom>
          <a:noFill/>
          <a:ln w="63500" cap="rnd" cmpd="sng">
            <a:solidFill>
              <a:srgbClr val="00FF00"/>
            </a:solidFill>
            <a:prstDash val="solid"/>
            <a:miter/>
            <a:headEnd type="stealth" w="med" len="med"/>
            <a:tailEnd type="none" w="med" len="med"/>
          </a:ln>
        </p:spPr>
      </p:cxnSp>
      <p:cxnSp>
        <p:nvCxnSpPr>
          <p:cNvPr id="475" name="Shape 475"/>
          <p:cNvCxnSpPr/>
          <p:nvPr/>
        </p:nvCxnSpPr>
        <p:spPr>
          <a:xfrm rot="10800000" flipH="1">
            <a:off x="9382986" y="6743717"/>
            <a:ext cx="16686" cy="658714"/>
          </a:xfrm>
          <a:prstGeom prst="straightConnector1">
            <a:avLst/>
          </a:prstGeom>
          <a:noFill/>
          <a:ln w="63500" cap="rnd" cmpd="sng">
            <a:solidFill>
              <a:srgbClr val="00FF00"/>
            </a:solidFill>
            <a:prstDash val="solid"/>
            <a:miter/>
            <a:headEnd type="stealth" w="med" len="med"/>
            <a:tailEnd type="none" w="med" len="med"/>
          </a:ln>
        </p:spPr>
      </p:cxnSp>
      <p:sp>
        <p:nvSpPr>
          <p:cNvPr id="476" name="Shape 476"/>
          <p:cNvSpPr txBox="1"/>
          <p:nvPr/>
        </p:nvSpPr>
        <p:spPr>
          <a:xfrm>
            <a:off x="7807624" y="7377204"/>
            <a:ext cx="3061023" cy="8520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300" u="none" strike="noStrike" cap="none" dirty="0">
                <a:solidFill>
                  <a:schemeClr val="lt1"/>
                </a:solidFill>
                <a:latin typeface="Arial" charset="0"/>
                <a:ea typeface="Arial" charset="0"/>
                <a:cs typeface="Arial" charset="0"/>
                <a:sym typeface="Cabin"/>
              </a:rPr>
              <a:t>print('All Done')</a:t>
            </a:r>
          </a:p>
        </p:txBody>
      </p:sp>
      <p:sp>
        <p:nvSpPr>
          <p:cNvPr id="477" name="Shape 477"/>
          <p:cNvSpPr/>
          <p:nvPr/>
        </p:nvSpPr>
        <p:spPr>
          <a:xfrm>
            <a:off x="7785199" y="4002229"/>
            <a:ext cx="3139423" cy="1300743"/>
          </a:xfrm>
          <a:prstGeom prst="diamond">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10</a:t>
            </a:r>
          </a:p>
        </p:txBody>
      </p:sp>
      <p:sp>
        <p:nvSpPr>
          <p:cNvPr id="478" name="Shape 478"/>
          <p:cNvSpPr txBox="1"/>
          <p:nvPr/>
        </p:nvSpPr>
        <p:spPr>
          <a:xfrm>
            <a:off x="11541401" y="4091929"/>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print('Medium')</a:t>
            </a:r>
          </a:p>
        </p:txBody>
      </p:sp>
      <p:cxnSp>
        <p:nvCxnSpPr>
          <p:cNvPr id="479" name="Shape 479"/>
          <p:cNvCxnSpPr/>
          <p:nvPr/>
        </p:nvCxnSpPr>
        <p:spPr>
          <a:xfrm rot="10800000">
            <a:off x="10975155" y="4655359"/>
            <a:ext cx="528401" cy="0"/>
          </a:xfrm>
          <a:prstGeom prst="straightConnector1">
            <a:avLst/>
          </a:prstGeom>
          <a:noFill/>
          <a:ln w="63500" cap="rnd" cmpd="sng">
            <a:solidFill>
              <a:srgbClr val="00FF00"/>
            </a:solidFill>
            <a:prstDash val="solid"/>
            <a:miter/>
            <a:headEnd type="stealth" w="med" len="med"/>
            <a:tailEnd type="none" w="med" len="med"/>
          </a:ln>
        </p:spPr>
      </p:cxnSp>
      <p:sp>
        <p:nvSpPr>
          <p:cNvPr id="480" name="Shape 480"/>
          <p:cNvSpPr txBox="1"/>
          <p:nvPr/>
        </p:nvSpPr>
        <p:spPr>
          <a:xfrm>
            <a:off x="10523862" y="3974197"/>
            <a:ext cx="77306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cxnSp>
        <p:nvCxnSpPr>
          <p:cNvPr id="481" name="Shape 481"/>
          <p:cNvCxnSpPr/>
          <p:nvPr/>
        </p:nvCxnSpPr>
        <p:spPr>
          <a:xfrm rot="10800000">
            <a:off x="14652870" y="2939840"/>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82" name="Shape 482"/>
          <p:cNvCxnSpPr/>
          <p:nvPr/>
        </p:nvCxnSpPr>
        <p:spPr>
          <a:xfrm rot="10800000">
            <a:off x="14619232" y="4644147"/>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83" name="Shape 483"/>
          <p:cNvCxnSpPr/>
          <p:nvPr/>
        </p:nvCxnSpPr>
        <p:spPr>
          <a:xfrm rot="10800000">
            <a:off x="9338212" y="3578833"/>
            <a:ext cx="1324" cy="497678"/>
          </a:xfrm>
          <a:prstGeom prst="straightConnector1">
            <a:avLst/>
          </a:prstGeom>
          <a:noFill/>
          <a:ln w="63500" cap="rnd" cmpd="sng">
            <a:solidFill>
              <a:srgbClr val="00FF00"/>
            </a:solidFill>
            <a:prstDash val="solid"/>
            <a:miter/>
            <a:headEnd type="stealth" w="med" len="med"/>
            <a:tailEnd type="none" w="med" len="med"/>
          </a:ln>
        </p:spPr>
      </p:cxnSp>
      <p:sp>
        <p:nvSpPr>
          <p:cNvPr id="484" name="Shape 484"/>
          <p:cNvSpPr txBox="1"/>
          <p:nvPr/>
        </p:nvSpPr>
        <p:spPr>
          <a:xfrm>
            <a:off x="7818837" y="5616835"/>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print('LARGE')</a:t>
            </a:r>
          </a:p>
        </p:txBody>
      </p:sp>
      <p:cxnSp>
        <p:nvCxnSpPr>
          <p:cNvPr id="485" name="Shape 485"/>
          <p:cNvCxnSpPr/>
          <p:nvPr/>
        </p:nvCxnSpPr>
        <p:spPr>
          <a:xfrm rot="10800000" flipH="1">
            <a:off x="9384387" y="5295942"/>
            <a:ext cx="4237" cy="361538"/>
          </a:xfrm>
          <a:prstGeom prst="straightConnector1">
            <a:avLst/>
          </a:prstGeom>
          <a:noFill/>
          <a:ln w="63500" cap="rnd" cmpd="sng">
            <a:solidFill>
              <a:srgbClr val="00FF00"/>
            </a:solidFill>
            <a:prstDash val="solid"/>
            <a:miter/>
            <a:headEnd type="stealth" w="med" len="med"/>
            <a:tailEnd type="none" w="med" len="med"/>
          </a:ln>
        </p:spPr>
      </p:cxnSp>
      <p:sp>
        <p:nvSpPr>
          <p:cNvPr id="486" name="Shape 486"/>
          <p:cNvSpPr txBox="1"/>
          <p:nvPr/>
        </p:nvSpPr>
        <p:spPr>
          <a:xfrm>
            <a:off x="8478974" y="5073027"/>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spTree>
    <p:extLst>
      <p:ext uri="{BB962C8B-B14F-4D97-AF65-F5344CB8AC3E}">
        <p14:creationId xmlns:p14="http://schemas.microsoft.com/office/powerpoint/2010/main" val="3690197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Shape 465"/>
          <p:cNvSpPr txBox="1">
            <a:spLocks noGrp="1"/>
          </p:cNvSpPr>
          <p:nvPr>
            <p:ph type="title"/>
          </p:nvPr>
        </p:nvSpPr>
        <p:spPr>
          <a:xfrm>
            <a:off x="1155700" y="745588"/>
            <a:ext cx="5759363"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Multi-way</a:t>
            </a:r>
          </a:p>
        </p:txBody>
      </p:sp>
      <p:sp>
        <p:nvSpPr>
          <p:cNvPr id="466" name="Shape 466"/>
          <p:cNvSpPr txBox="1"/>
          <p:nvPr/>
        </p:nvSpPr>
        <p:spPr>
          <a:xfrm>
            <a:off x="1023921" y="2933700"/>
            <a:ext cx="5102699" cy="4457700"/>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chemeClr val="bg1"/>
                </a:solidFill>
                <a:latin typeface="Courier"/>
                <a:ea typeface="Courier"/>
                <a:cs typeface="Courier"/>
                <a:sym typeface="Courier New"/>
              </a:rPr>
              <a:t>x = 0 </a:t>
            </a: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C000"/>
                </a:solidFill>
                <a:latin typeface="Courier"/>
                <a:ea typeface="Courier"/>
                <a:cs typeface="Courier"/>
                <a:sym typeface="Courier New"/>
              </a:rPr>
              <a:t>if x &lt; 2 :</a:t>
            </a:r>
          </a:p>
          <a:p>
            <a:pPr lvl="0">
              <a:buClr>
                <a:schemeClr val="lt1"/>
              </a:buClr>
              <a:buSzPct val="25000"/>
            </a:pPr>
            <a:r>
              <a:rPr lang="en-US" sz="3000" i="0" u="none" strike="noStrike" cap="none" dirty="0">
                <a:solidFill>
                  <a:srgbClr val="FFC000"/>
                </a:solidFill>
                <a:latin typeface="Courier"/>
                <a:ea typeface="Courier"/>
                <a:cs typeface="Courier"/>
                <a:sym typeface="Courier New"/>
              </a:rPr>
              <a:t>    print('</a:t>
            </a:r>
            <a:r>
              <a:rPr lang="en-US" sz="3000" dirty="0">
                <a:solidFill>
                  <a:srgbClr val="FFC000"/>
                </a:solidFill>
                <a:latin typeface="Courier"/>
                <a:ea typeface="Courier"/>
                <a:cs typeface="Courier"/>
                <a:sym typeface="Courier New"/>
              </a:rPr>
              <a:t>s</a:t>
            </a:r>
            <a:r>
              <a:rPr lang="en-US" sz="3000" i="0" u="none" strike="noStrike" cap="none" dirty="0">
                <a:solidFill>
                  <a:srgbClr val="FFC000"/>
                </a:solidFill>
                <a:latin typeface="Courier"/>
                <a:ea typeface="Courier"/>
                <a:cs typeface="Courier"/>
                <a:sym typeface="Courier New"/>
              </a:rPr>
              <a:t>mall'</a:t>
            </a:r>
            <a:r>
              <a:rPr lang="en-US" sz="3000" dirty="0">
                <a:solidFill>
                  <a:srgbClr val="FFC000"/>
                </a:solidFill>
                <a:latin typeface="Courier"/>
                <a:ea typeface="Courier"/>
                <a:cs typeface="Courier"/>
                <a:sym typeface="Courier New"/>
              </a:rPr>
              <a:t>)</a:t>
            </a:r>
            <a:endParaRPr lang="en-US" sz="3000" i="0" u="none" strike="noStrike" cap="none" dirty="0">
              <a:solidFill>
                <a:srgbClr val="FFC0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00FF00"/>
                </a:solidFill>
                <a:latin typeface="Courier"/>
                <a:ea typeface="Courier"/>
                <a:cs typeface="Courier"/>
                <a:sym typeface="Courier New"/>
              </a:rPr>
              <a:t>elif</a:t>
            </a:r>
            <a:r>
              <a:rPr lang="en-US" sz="3000" i="0" u="none" strike="noStrike" cap="none" dirty="0">
                <a:solidFill>
                  <a:schemeClr val="lt1"/>
                </a:solidFill>
                <a:latin typeface="Courier"/>
                <a:ea typeface="Courier"/>
                <a:cs typeface="Courier"/>
                <a:sym typeface="Courier New"/>
              </a:rPr>
              <a:t> x &lt; 10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a:t>
            </a:r>
            <a:r>
              <a:rPr lang="en-US" sz="3000" dirty="0">
                <a:solidFill>
                  <a:schemeClr val="lt1"/>
                </a:solidFill>
                <a:latin typeface="Courier"/>
                <a:ea typeface="Courier"/>
                <a:cs typeface="Courier"/>
                <a:sym typeface="Courier New"/>
              </a:rPr>
              <a:t>Medium'</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00FF00"/>
                </a:solidFill>
                <a:latin typeface="Courier"/>
                <a:ea typeface="Courier"/>
                <a:cs typeface="Courier"/>
                <a:sym typeface="Courier New"/>
              </a:rPr>
              <a:t>else</a:t>
            </a:r>
            <a:r>
              <a:rPr lang="en-US" sz="3000" i="0" u="none" strike="noStrike" cap="none" dirty="0">
                <a:solidFill>
                  <a:schemeClr val="lt1"/>
                </a:solidFill>
                <a:latin typeface="Courier"/>
                <a:ea typeface="Courier"/>
                <a:cs typeface="Courier"/>
                <a:sym typeface="Courier New"/>
              </a:rPr>
              <a:t>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'LARGE'</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lvl="0">
              <a:buClr>
                <a:srgbClr val="FFFF00"/>
              </a:buClr>
              <a:buSzPct val="25000"/>
            </a:pPr>
            <a:r>
              <a:rPr lang="en-US" sz="3000" i="0" u="none" strike="noStrike" cap="none" dirty="0">
                <a:solidFill>
                  <a:srgbClr val="FFC000"/>
                </a:solidFill>
                <a:latin typeface="Courier"/>
                <a:ea typeface="Courier"/>
                <a:cs typeface="Courier"/>
                <a:sym typeface="Courier New"/>
              </a:rPr>
              <a:t>print</a:t>
            </a:r>
            <a:r>
              <a:rPr lang="en-US" sz="3000" dirty="0">
                <a:solidFill>
                  <a:srgbClr val="FFC000"/>
                </a:solidFill>
                <a:latin typeface="Courier"/>
                <a:ea typeface="Courier"/>
                <a:cs typeface="Courier"/>
                <a:sym typeface="Courier New"/>
              </a:rPr>
              <a:t>(</a:t>
            </a:r>
            <a:r>
              <a:rPr lang="en-US" sz="3000" i="0" u="none" strike="noStrike" cap="none" dirty="0">
                <a:solidFill>
                  <a:srgbClr val="FFC000"/>
                </a:solidFill>
                <a:latin typeface="Courier"/>
                <a:ea typeface="Courier"/>
                <a:cs typeface="Courier"/>
                <a:sym typeface="Courier New"/>
              </a:rPr>
              <a:t>'All done'</a:t>
            </a:r>
            <a:r>
              <a:rPr lang="en-US" sz="3000" dirty="0">
                <a:solidFill>
                  <a:srgbClr val="FFC000"/>
                </a:solidFill>
                <a:latin typeface="Courier"/>
                <a:ea typeface="Courier"/>
                <a:cs typeface="Courier"/>
                <a:sym typeface="Courier New"/>
              </a:rPr>
              <a:t>)</a:t>
            </a:r>
            <a:endParaRPr lang="en-US" sz="3000" i="0" u="none" strike="noStrike" cap="none" dirty="0">
              <a:solidFill>
                <a:srgbClr val="FFC000"/>
              </a:solidFill>
              <a:latin typeface="Courier"/>
              <a:ea typeface="Courier"/>
              <a:cs typeface="Courier"/>
              <a:sym typeface="Courier New"/>
            </a:endParaRPr>
          </a:p>
        </p:txBody>
      </p:sp>
      <p:sp>
        <p:nvSpPr>
          <p:cNvPr id="467" name="Shape 467"/>
          <p:cNvSpPr/>
          <p:nvPr/>
        </p:nvSpPr>
        <p:spPr>
          <a:xfrm>
            <a:off x="7794315" y="2283417"/>
            <a:ext cx="3139423" cy="1300743"/>
          </a:xfrm>
          <a:prstGeom prst="diamond">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2</a:t>
            </a:r>
          </a:p>
        </p:txBody>
      </p:sp>
      <p:sp>
        <p:nvSpPr>
          <p:cNvPr id="468" name="Shape 468"/>
          <p:cNvSpPr txBox="1"/>
          <p:nvPr/>
        </p:nvSpPr>
        <p:spPr>
          <a:xfrm>
            <a:off x="11550516" y="2373117"/>
            <a:ext cx="3061023" cy="1121165"/>
          </a:xfrm>
          <a:prstGeom prst="rect">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a:t>
            </a:r>
            <a:r>
              <a:rPr lang="en-US" sz="3200" dirty="0">
                <a:solidFill>
                  <a:schemeClr val="lt1"/>
                </a:solidFill>
                <a:latin typeface="Arial" charset="0"/>
                <a:ea typeface="Arial" charset="0"/>
                <a:cs typeface="Arial" charset="0"/>
                <a:sym typeface="Cabin"/>
              </a:rPr>
              <a:t>s</a:t>
            </a:r>
            <a:r>
              <a:rPr lang="en-US" sz="3200" u="none" strike="noStrike" cap="none" dirty="0">
                <a:solidFill>
                  <a:schemeClr val="lt1"/>
                </a:solidFill>
                <a:latin typeface="Arial" charset="0"/>
                <a:ea typeface="Arial" charset="0"/>
                <a:cs typeface="Arial" charset="0"/>
                <a:sym typeface="Cabin"/>
              </a:rPr>
              <a:t>mall')</a:t>
            </a:r>
          </a:p>
        </p:txBody>
      </p:sp>
      <p:cxnSp>
        <p:nvCxnSpPr>
          <p:cNvPr id="469" name="Shape 469"/>
          <p:cNvCxnSpPr/>
          <p:nvPr/>
        </p:nvCxnSpPr>
        <p:spPr>
          <a:xfrm rot="10800000">
            <a:off x="10984271" y="2936547"/>
            <a:ext cx="528401" cy="0"/>
          </a:xfrm>
          <a:prstGeom prst="straightConnector1">
            <a:avLst/>
          </a:prstGeom>
          <a:noFill/>
          <a:ln w="63500" cap="rnd" cmpd="sng">
            <a:solidFill>
              <a:srgbClr val="FFC000"/>
            </a:solidFill>
            <a:prstDash val="solid"/>
            <a:miter/>
            <a:headEnd type="stealth" w="med" len="med"/>
            <a:tailEnd type="none" w="med" len="med"/>
          </a:ln>
        </p:spPr>
      </p:cxnSp>
      <p:cxnSp>
        <p:nvCxnSpPr>
          <p:cNvPr id="470" name="Shape 470"/>
          <p:cNvCxnSpPr/>
          <p:nvPr/>
        </p:nvCxnSpPr>
        <p:spPr>
          <a:xfrm rot="10800000" flipH="1">
            <a:off x="9425739" y="6890358"/>
            <a:ext cx="5728196" cy="91113"/>
          </a:xfrm>
          <a:prstGeom prst="straightConnector1">
            <a:avLst/>
          </a:prstGeom>
          <a:noFill/>
          <a:ln w="63500" cap="rnd" cmpd="sng">
            <a:solidFill>
              <a:srgbClr val="FFC000"/>
            </a:solidFill>
            <a:prstDash val="solid"/>
            <a:miter/>
            <a:headEnd type="stealth" w="med" len="med"/>
            <a:tailEnd type="none" w="med" len="med"/>
          </a:ln>
        </p:spPr>
      </p:cxnSp>
      <p:sp>
        <p:nvSpPr>
          <p:cNvPr id="471" name="Shape 471"/>
          <p:cNvSpPr txBox="1"/>
          <p:nvPr/>
        </p:nvSpPr>
        <p:spPr>
          <a:xfrm>
            <a:off x="10387215" y="2199323"/>
            <a:ext cx="695265"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472" name="Shape 472"/>
          <p:cNvSpPr txBox="1"/>
          <p:nvPr/>
        </p:nvSpPr>
        <p:spPr>
          <a:xfrm>
            <a:off x="8656277" y="3499978"/>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473" name="Shape 473"/>
          <p:cNvCxnSpPr/>
          <p:nvPr/>
        </p:nvCxnSpPr>
        <p:spPr>
          <a:xfrm rot="10800000">
            <a:off x="15137128" y="2951985"/>
            <a:ext cx="33637" cy="3955201"/>
          </a:xfrm>
          <a:prstGeom prst="straightConnector1">
            <a:avLst/>
          </a:prstGeom>
          <a:noFill/>
          <a:ln w="63500" cap="rnd" cmpd="sng">
            <a:solidFill>
              <a:srgbClr val="FFC000"/>
            </a:solidFill>
            <a:prstDash val="solid"/>
            <a:miter/>
            <a:headEnd type="none" w="med" len="med"/>
            <a:tailEnd type="none" w="med" len="med"/>
          </a:ln>
        </p:spPr>
      </p:cxnSp>
      <p:cxnSp>
        <p:nvCxnSpPr>
          <p:cNvPr id="474" name="Shape 474"/>
          <p:cNvCxnSpPr/>
          <p:nvPr/>
        </p:nvCxnSpPr>
        <p:spPr>
          <a:xfrm rot="10800000">
            <a:off x="9376651" y="1713055"/>
            <a:ext cx="4237" cy="606802"/>
          </a:xfrm>
          <a:prstGeom prst="straightConnector1">
            <a:avLst/>
          </a:prstGeom>
          <a:noFill/>
          <a:ln w="63500" cap="rnd" cmpd="sng">
            <a:solidFill>
              <a:srgbClr val="00FF00"/>
            </a:solidFill>
            <a:prstDash val="solid"/>
            <a:miter/>
            <a:headEnd type="stealth" w="med" len="med"/>
            <a:tailEnd type="none" w="med" len="med"/>
          </a:ln>
        </p:spPr>
      </p:cxnSp>
      <p:cxnSp>
        <p:nvCxnSpPr>
          <p:cNvPr id="475" name="Shape 475"/>
          <p:cNvCxnSpPr/>
          <p:nvPr/>
        </p:nvCxnSpPr>
        <p:spPr>
          <a:xfrm rot="10800000" flipH="1">
            <a:off x="9380889" y="6740424"/>
            <a:ext cx="16686" cy="658714"/>
          </a:xfrm>
          <a:prstGeom prst="straightConnector1">
            <a:avLst/>
          </a:prstGeom>
          <a:noFill/>
          <a:ln w="63500" cap="rnd" cmpd="sng">
            <a:solidFill>
              <a:srgbClr val="00FF00"/>
            </a:solidFill>
            <a:prstDash val="solid"/>
            <a:miter/>
            <a:headEnd type="stealth" w="med" len="med"/>
            <a:tailEnd type="none" w="med" len="med"/>
          </a:ln>
        </p:spPr>
      </p:cxnSp>
      <p:sp>
        <p:nvSpPr>
          <p:cNvPr id="476" name="Shape 476"/>
          <p:cNvSpPr txBox="1"/>
          <p:nvPr/>
        </p:nvSpPr>
        <p:spPr>
          <a:xfrm>
            <a:off x="7805527" y="7373911"/>
            <a:ext cx="3061023" cy="852065"/>
          </a:xfrm>
          <a:prstGeom prst="rect">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300" u="none" strike="noStrike" cap="none" dirty="0">
                <a:solidFill>
                  <a:schemeClr val="lt1"/>
                </a:solidFill>
                <a:latin typeface="Arial" charset="0"/>
                <a:ea typeface="Arial" charset="0"/>
                <a:cs typeface="Arial" charset="0"/>
                <a:sym typeface="Cabin"/>
              </a:rPr>
              <a:t>print('All Done')</a:t>
            </a:r>
          </a:p>
        </p:txBody>
      </p:sp>
      <p:sp>
        <p:nvSpPr>
          <p:cNvPr id="477" name="Shape 477"/>
          <p:cNvSpPr/>
          <p:nvPr/>
        </p:nvSpPr>
        <p:spPr>
          <a:xfrm>
            <a:off x="7783102" y="3998936"/>
            <a:ext cx="3139423" cy="1300743"/>
          </a:xfrm>
          <a:prstGeom prst="diamond">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10</a:t>
            </a:r>
          </a:p>
        </p:txBody>
      </p:sp>
      <p:sp>
        <p:nvSpPr>
          <p:cNvPr id="478" name="Shape 478"/>
          <p:cNvSpPr txBox="1"/>
          <p:nvPr/>
        </p:nvSpPr>
        <p:spPr>
          <a:xfrm>
            <a:off x="11539304" y="4088636"/>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print('Medium')</a:t>
            </a:r>
          </a:p>
        </p:txBody>
      </p:sp>
      <p:cxnSp>
        <p:nvCxnSpPr>
          <p:cNvPr id="479" name="Shape 479"/>
          <p:cNvCxnSpPr/>
          <p:nvPr/>
        </p:nvCxnSpPr>
        <p:spPr>
          <a:xfrm rot="10800000">
            <a:off x="10973058" y="4652066"/>
            <a:ext cx="528401" cy="0"/>
          </a:xfrm>
          <a:prstGeom prst="straightConnector1">
            <a:avLst/>
          </a:prstGeom>
          <a:noFill/>
          <a:ln w="63500" cap="rnd" cmpd="sng">
            <a:solidFill>
              <a:srgbClr val="00FF00"/>
            </a:solidFill>
            <a:prstDash val="solid"/>
            <a:miter/>
            <a:headEnd type="stealth" w="med" len="med"/>
            <a:tailEnd type="none" w="med" len="med"/>
          </a:ln>
        </p:spPr>
      </p:cxnSp>
      <p:sp>
        <p:nvSpPr>
          <p:cNvPr id="480" name="Shape 480"/>
          <p:cNvSpPr txBox="1"/>
          <p:nvPr/>
        </p:nvSpPr>
        <p:spPr>
          <a:xfrm>
            <a:off x="10521765" y="3970904"/>
            <a:ext cx="77306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cxnSp>
        <p:nvCxnSpPr>
          <p:cNvPr id="481" name="Shape 481"/>
          <p:cNvCxnSpPr/>
          <p:nvPr/>
        </p:nvCxnSpPr>
        <p:spPr>
          <a:xfrm rot="10800000">
            <a:off x="14650773" y="2936547"/>
            <a:ext cx="528401" cy="0"/>
          </a:xfrm>
          <a:prstGeom prst="straightConnector1">
            <a:avLst/>
          </a:prstGeom>
          <a:noFill/>
          <a:ln w="63500" cap="rnd" cmpd="sng">
            <a:solidFill>
              <a:srgbClr val="FFC000"/>
            </a:solidFill>
            <a:prstDash val="solid"/>
            <a:miter/>
            <a:headEnd type="stealth" w="med" len="med"/>
            <a:tailEnd type="none" w="med" len="med"/>
          </a:ln>
        </p:spPr>
      </p:cxnSp>
      <p:cxnSp>
        <p:nvCxnSpPr>
          <p:cNvPr id="482" name="Shape 482"/>
          <p:cNvCxnSpPr/>
          <p:nvPr/>
        </p:nvCxnSpPr>
        <p:spPr>
          <a:xfrm rot="10800000">
            <a:off x="14617135" y="4640854"/>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83" name="Shape 483"/>
          <p:cNvCxnSpPr/>
          <p:nvPr/>
        </p:nvCxnSpPr>
        <p:spPr>
          <a:xfrm rot="10800000">
            <a:off x="9336115" y="3575540"/>
            <a:ext cx="1324" cy="497678"/>
          </a:xfrm>
          <a:prstGeom prst="straightConnector1">
            <a:avLst/>
          </a:prstGeom>
          <a:noFill/>
          <a:ln w="63500" cap="rnd" cmpd="sng">
            <a:solidFill>
              <a:srgbClr val="00FF00"/>
            </a:solidFill>
            <a:prstDash val="solid"/>
            <a:miter/>
            <a:headEnd type="stealth" w="med" len="med"/>
            <a:tailEnd type="none" w="med" len="med"/>
          </a:ln>
        </p:spPr>
      </p:cxnSp>
      <p:sp>
        <p:nvSpPr>
          <p:cNvPr id="484" name="Shape 484"/>
          <p:cNvSpPr txBox="1"/>
          <p:nvPr/>
        </p:nvSpPr>
        <p:spPr>
          <a:xfrm>
            <a:off x="7816740" y="5613542"/>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print('LARGE')</a:t>
            </a:r>
          </a:p>
        </p:txBody>
      </p:sp>
      <p:cxnSp>
        <p:nvCxnSpPr>
          <p:cNvPr id="485" name="Shape 485"/>
          <p:cNvCxnSpPr/>
          <p:nvPr/>
        </p:nvCxnSpPr>
        <p:spPr>
          <a:xfrm rot="10800000" flipH="1">
            <a:off x="9382290" y="5292649"/>
            <a:ext cx="4237" cy="361538"/>
          </a:xfrm>
          <a:prstGeom prst="straightConnector1">
            <a:avLst/>
          </a:prstGeom>
          <a:noFill/>
          <a:ln w="63500" cap="rnd" cmpd="sng">
            <a:solidFill>
              <a:srgbClr val="00FF00"/>
            </a:solidFill>
            <a:prstDash val="solid"/>
            <a:miter/>
            <a:headEnd type="stealth" w="med" len="med"/>
            <a:tailEnd type="none" w="med" len="med"/>
          </a:ln>
        </p:spPr>
      </p:cxnSp>
      <p:sp>
        <p:nvSpPr>
          <p:cNvPr id="486" name="Shape 486"/>
          <p:cNvSpPr txBox="1"/>
          <p:nvPr/>
        </p:nvSpPr>
        <p:spPr>
          <a:xfrm>
            <a:off x="8476877" y="5069734"/>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sp>
        <p:nvSpPr>
          <p:cNvPr id="24" name="Shape 501"/>
          <p:cNvSpPr txBox="1"/>
          <p:nvPr/>
        </p:nvSpPr>
        <p:spPr>
          <a:xfrm>
            <a:off x="7602488" y="972862"/>
            <a:ext cx="3467099" cy="691062"/>
          </a:xfrm>
          <a:prstGeom prst="rect">
            <a:avLst/>
          </a:prstGeom>
          <a:noFill/>
          <a:ln w="50800" cap="rnd" cmpd="sng">
            <a:solidFill>
              <a:srgbClr val="FF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rgbClr val="FF0000"/>
              </a:buClr>
              <a:buSzPct val="25000"/>
              <a:buFont typeface="Cabin"/>
              <a:buNone/>
            </a:pPr>
            <a:r>
              <a:rPr lang="en-US" sz="3600" dirty="0">
                <a:solidFill>
                  <a:srgbClr val="FFFFFF"/>
                </a:solidFill>
                <a:latin typeface="Arial" charset="0"/>
                <a:ea typeface="Arial" charset="0"/>
                <a:cs typeface="Arial" charset="0"/>
                <a:sym typeface="Cabin"/>
              </a:rPr>
              <a:t>x</a:t>
            </a:r>
            <a:r>
              <a:rPr lang="en-US" sz="3600" u="none" strike="noStrike" cap="none" dirty="0">
                <a:solidFill>
                  <a:srgbClr val="FFFFFF"/>
                </a:solidFill>
                <a:latin typeface="Arial" charset="0"/>
                <a:ea typeface="Arial" charset="0"/>
                <a:cs typeface="Arial" charset="0"/>
                <a:sym typeface="Cabin"/>
              </a:rPr>
              <a:t> = 0</a:t>
            </a:r>
          </a:p>
        </p:txBody>
      </p:sp>
    </p:spTree>
    <p:extLst>
      <p:ext uri="{BB962C8B-B14F-4D97-AF65-F5344CB8AC3E}">
        <p14:creationId xmlns:p14="http://schemas.microsoft.com/office/powerpoint/2010/main" val="110782854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Shape 465"/>
          <p:cNvSpPr txBox="1">
            <a:spLocks noGrp="1"/>
          </p:cNvSpPr>
          <p:nvPr>
            <p:ph type="title"/>
          </p:nvPr>
        </p:nvSpPr>
        <p:spPr>
          <a:xfrm>
            <a:off x="1155700" y="745588"/>
            <a:ext cx="5759363"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Multi-way</a:t>
            </a:r>
          </a:p>
        </p:txBody>
      </p:sp>
      <p:sp>
        <p:nvSpPr>
          <p:cNvPr id="466" name="Shape 466"/>
          <p:cNvSpPr txBox="1"/>
          <p:nvPr/>
        </p:nvSpPr>
        <p:spPr>
          <a:xfrm>
            <a:off x="1023921" y="2933700"/>
            <a:ext cx="5102699" cy="4457700"/>
          </a:xfrm>
          <a:prstGeom prst="rect">
            <a:avLst/>
          </a:prstGeom>
          <a:noFill/>
          <a:ln>
            <a:noFill/>
          </a:ln>
        </p:spPr>
        <p:txBody>
          <a:bodyPr lIns="0" tIns="0" rIns="0" bIns="0" anchor="ctr" anchorCtr="0">
            <a:noAutofit/>
          </a:bodyPr>
          <a:lstStyle/>
          <a:p>
            <a:pPr>
              <a:buClr>
                <a:srgbClr val="FFFF00"/>
              </a:buClr>
              <a:buSzPct val="25000"/>
            </a:pPr>
            <a:r>
              <a:rPr lang="en-US" sz="3000" dirty="0">
                <a:solidFill>
                  <a:schemeClr val="bg1"/>
                </a:solidFill>
                <a:latin typeface="Courier"/>
                <a:ea typeface="Courier"/>
                <a:cs typeface="Courier"/>
                <a:sym typeface="Courier New"/>
              </a:rPr>
              <a:t>x = 5 </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C000"/>
                </a:solidFill>
                <a:latin typeface="Courier"/>
                <a:ea typeface="Courier"/>
                <a:cs typeface="Courier"/>
                <a:sym typeface="Courier New"/>
              </a:rPr>
              <a:t>if x &lt; 2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a:t>
            </a:r>
            <a:r>
              <a:rPr lang="en-US" sz="3000" dirty="0">
                <a:solidFill>
                  <a:schemeClr val="lt1"/>
                </a:solidFill>
                <a:latin typeface="Courier"/>
                <a:ea typeface="Courier"/>
                <a:cs typeface="Courier"/>
                <a:sym typeface="Courier New"/>
              </a:rPr>
              <a:t>s</a:t>
            </a:r>
            <a:r>
              <a:rPr lang="en-US" sz="3000" i="0" u="none" strike="noStrike" cap="none" dirty="0">
                <a:solidFill>
                  <a:schemeClr val="lt1"/>
                </a:solidFill>
                <a:latin typeface="Courier"/>
                <a:ea typeface="Courier"/>
                <a:cs typeface="Courier"/>
                <a:sym typeface="Courier New"/>
              </a:rPr>
              <a:t>mall'</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C000"/>
                </a:solidFill>
                <a:latin typeface="Courier"/>
                <a:ea typeface="Courier"/>
                <a:cs typeface="Courier"/>
                <a:sym typeface="Courier New"/>
              </a:rPr>
              <a:t>elif</a:t>
            </a:r>
            <a:r>
              <a:rPr lang="en-US" sz="3000" i="0" u="none" strike="noStrike" cap="none" dirty="0">
                <a:solidFill>
                  <a:srgbClr val="FFC000"/>
                </a:solidFill>
                <a:latin typeface="Courier"/>
                <a:ea typeface="Courier"/>
                <a:cs typeface="Courier"/>
                <a:sym typeface="Courier New"/>
              </a:rPr>
              <a:t> x &lt; 10 :</a:t>
            </a:r>
          </a:p>
          <a:p>
            <a:pPr lvl="0">
              <a:buClr>
                <a:schemeClr val="lt1"/>
              </a:buClr>
              <a:buSzPct val="25000"/>
            </a:pPr>
            <a:r>
              <a:rPr lang="en-US" sz="3000" i="0" u="none" strike="noStrike" cap="none" dirty="0">
                <a:solidFill>
                  <a:srgbClr val="FFC000"/>
                </a:solidFill>
                <a:latin typeface="Courier"/>
                <a:ea typeface="Courier"/>
                <a:cs typeface="Courier"/>
                <a:sym typeface="Courier New"/>
              </a:rPr>
              <a:t>    print('</a:t>
            </a:r>
            <a:r>
              <a:rPr lang="en-US" sz="3000" dirty="0">
                <a:solidFill>
                  <a:srgbClr val="FFC000"/>
                </a:solidFill>
                <a:latin typeface="Courier"/>
                <a:ea typeface="Courier"/>
                <a:cs typeface="Courier"/>
                <a:sym typeface="Courier New"/>
              </a:rPr>
              <a:t>Medium')</a:t>
            </a:r>
            <a:endParaRPr lang="en-US" sz="3000" i="0" u="none" strike="noStrike" cap="none" dirty="0">
              <a:solidFill>
                <a:srgbClr val="FFC0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00FF00"/>
                </a:solidFill>
                <a:latin typeface="Courier"/>
                <a:ea typeface="Courier"/>
                <a:cs typeface="Courier"/>
                <a:sym typeface="Courier New"/>
              </a:rPr>
              <a:t>else</a:t>
            </a:r>
            <a:r>
              <a:rPr lang="en-US" sz="3000" i="0" u="none" strike="noStrike" cap="none" dirty="0">
                <a:solidFill>
                  <a:schemeClr val="lt1"/>
                </a:solidFill>
                <a:latin typeface="Courier"/>
                <a:ea typeface="Courier"/>
                <a:cs typeface="Courier"/>
                <a:sym typeface="Courier New"/>
              </a:rPr>
              <a:t>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'LARGE'</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lvl="0">
              <a:buClr>
                <a:srgbClr val="FFFF00"/>
              </a:buClr>
              <a:buSzPct val="25000"/>
            </a:pPr>
            <a:r>
              <a:rPr lang="en-US" sz="3000" i="0" u="none" strike="noStrike" cap="none" dirty="0">
                <a:solidFill>
                  <a:srgbClr val="FFC000"/>
                </a:solidFill>
                <a:latin typeface="Courier"/>
                <a:ea typeface="Courier"/>
                <a:cs typeface="Courier"/>
                <a:sym typeface="Courier New"/>
              </a:rPr>
              <a:t>print</a:t>
            </a:r>
            <a:r>
              <a:rPr lang="en-US" sz="3000" dirty="0">
                <a:solidFill>
                  <a:srgbClr val="FFC000"/>
                </a:solidFill>
                <a:latin typeface="Courier"/>
                <a:ea typeface="Courier"/>
                <a:cs typeface="Courier"/>
                <a:sym typeface="Courier New"/>
              </a:rPr>
              <a:t>(</a:t>
            </a:r>
            <a:r>
              <a:rPr lang="en-US" sz="3000" i="0" u="none" strike="noStrike" cap="none" dirty="0">
                <a:solidFill>
                  <a:srgbClr val="FFC000"/>
                </a:solidFill>
                <a:latin typeface="Courier"/>
                <a:ea typeface="Courier"/>
                <a:cs typeface="Courier"/>
                <a:sym typeface="Courier New"/>
              </a:rPr>
              <a:t>'All done'</a:t>
            </a:r>
            <a:r>
              <a:rPr lang="en-US" sz="3000" dirty="0">
                <a:solidFill>
                  <a:srgbClr val="FFC000"/>
                </a:solidFill>
                <a:latin typeface="Courier"/>
                <a:ea typeface="Courier"/>
                <a:cs typeface="Courier"/>
                <a:sym typeface="Courier New"/>
              </a:rPr>
              <a:t>)</a:t>
            </a:r>
            <a:endParaRPr lang="en-US" sz="3000" i="0" u="none" strike="noStrike" cap="none" dirty="0">
              <a:solidFill>
                <a:srgbClr val="FFC000"/>
              </a:solidFill>
              <a:latin typeface="Courier"/>
              <a:ea typeface="Courier"/>
              <a:cs typeface="Courier"/>
              <a:sym typeface="Courier New"/>
            </a:endParaRPr>
          </a:p>
        </p:txBody>
      </p:sp>
      <p:sp>
        <p:nvSpPr>
          <p:cNvPr id="467" name="Shape 467"/>
          <p:cNvSpPr/>
          <p:nvPr/>
        </p:nvSpPr>
        <p:spPr>
          <a:xfrm>
            <a:off x="7788036" y="2276842"/>
            <a:ext cx="3139423" cy="1300743"/>
          </a:xfrm>
          <a:prstGeom prst="diamond">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2</a:t>
            </a:r>
          </a:p>
        </p:txBody>
      </p:sp>
      <p:sp>
        <p:nvSpPr>
          <p:cNvPr id="468" name="Shape 468"/>
          <p:cNvSpPr txBox="1"/>
          <p:nvPr/>
        </p:nvSpPr>
        <p:spPr>
          <a:xfrm>
            <a:off x="11544237" y="2366542"/>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a:t>
            </a:r>
            <a:r>
              <a:rPr lang="en-US" sz="3200" dirty="0">
                <a:solidFill>
                  <a:schemeClr val="lt1"/>
                </a:solidFill>
                <a:latin typeface="Arial" charset="0"/>
                <a:ea typeface="Arial" charset="0"/>
                <a:cs typeface="Arial" charset="0"/>
                <a:sym typeface="Cabin"/>
              </a:rPr>
              <a:t>s</a:t>
            </a:r>
            <a:r>
              <a:rPr lang="en-US" sz="3200" u="none" strike="noStrike" cap="none" dirty="0">
                <a:solidFill>
                  <a:schemeClr val="lt1"/>
                </a:solidFill>
                <a:latin typeface="Arial" charset="0"/>
                <a:ea typeface="Arial" charset="0"/>
                <a:cs typeface="Arial" charset="0"/>
                <a:sym typeface="Cabin"/>
              </a:rPr>
              <a:t>mall')</a:t>
            </a:r>
          </a:p>
        </p:txBody>
      </p:sp>
      <p:cxnSp>
        <p:nvCxnSpPr>
          <p:cNvPr id="469" name="Shape 469"/>
          <p:cNvCxnSpPr/>
          <p:nvPr/>
        </p:nvCxnSpPr>
        <p:spPr>
          <a:xfrm rot="10800000">
            <a:off x="10977992" y="2929972"/>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70" name="Shape 470"/>
          <p:cNvCxnSpPr/>
          <p:nvPr/>
        </p:nvCxnSpPr>
        <p:spPr>
          <a:xfrm rot="10800000" flipH="1">
            <a:off x="9419460" y="6883783"/>
            <a:ext cx="5728196" cy="91113"/>
          </a:xfrm>
          <a:prstGeom prst="straightConnector1">
            <a:avLst/>
          </a:prstGeom>
          <a:noFill/>
          <a:ln w="63500" cap="rnd" cmpd="sng">
            <a:solidFill>
              <a:srgbClr val="FFC000"/>
            </a:solidFill>
            <a:prstDash val="solid"/>
            <a:miter/>
            <a:headEnd type="stealth" w="med" len="med"/>
            <a:tailEnd type="none" w="med" len="med"/>
          </a:ln>
        </p:spPr>
      </p:cxnSp>
      <p:sp>
        <p:nvSpPr>
          <p:cNvPr id="471" name="Shape 471"/>
          <p:cNvSpPr txBox="1"/>
          <p:nvPr/>
        </p:nvSpPr>
        <p:spPr>
          <a:xfrm>
            <a:off x="10380936" y="2192748"/>
            <a:ext cx="695265"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472" name="Shape 472"/>
          <p:cNvSpPr txBox="1"/>
          <p:nvPr/>
        </p:nvSpPr>
        <p:spPr>
          <a:xfrm>
            <a:off x="8649998" y="3493403"/>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473" name="Shape 473"/>
          <p:cNvCxnSpPr/>
          <p:nvPr/>
        </p:nvCxnSpPr>
        <p:spPr>
          <a:xfrm rot="10800000">
            <a:off x="15130849" y="2945410"/>
            <a:ext cx="33637" cy="3955201"/>
          </a:xfrm>
          <a:prstGeom prst="straightConnector1">
            <a:avLst/>
          </a:prstGeom>
          <a:noFill/>
          <a:ln w="63500" cap="rnd" cmpd="sng">
            <a:solidFill>
              <a:srgbClr val="FFC000"/>
            </a:solidFill>
            <a:prstDash val="solid"/>
            <a:miter/>
            <a:headEnd type="none" w="med" len="med"/>
            <a:tailEnd type="none" w="med" len="med"/>
          </a:ln>
        </p:spPr>
      </p:cxnSp>
      <p:cxnSp>
        <p:nvCxnSpPr>
          <p:cNvPr id="474" name="Shape 474"/>
          <p:cNvCxnSpPr/>
          <p:nvPr/>
        </p:nvCxnSpPr>
        <p:spPr>
          <a:xfrm rot="10800000">
            <a:off x="9370372" y="1706480"/>
            <a:ext cx="4237" cy="606802"/>
          </a:xfrm>
          <a:prstGeom prst="straightConnector1">
            <a:avLst/>
          </a:prstGeom>
          <a:noFill/>
          <a:ln w="63500" cap="rnd" cmpd="sng">
            <a:solidFill>
              <a:srgbClr val="FFC000"/>
            </a:solidFill>
            <a:prstDash val="solid"/>
            <a:miter/>
            <a:headEnd type="stealth" w="med" len="med"/>
            <a:tailEnd type="none" w="med" len="med"/>
          </a:ln>
        </p:spPr>
      </p:cxnSp>
      <p:cxnSp>
        <p:nvCxnSpPr>
          <p:cNvPr id="475" name="Shape 475"/>
          <p:cNvCxnSpPr/>
          <p:nvPr/>
        </p:nvCxnSpPr>
        <p:spPr>
          <a:xfrm rot="10800000" flipH="1">
            <a:off x="9374610" y="6733849"/>
            <a:ext cx="16686" cy="658714"/>
          </a:xfrm>
          <a:prstGeom prst="straightConnector1">
            <a:avLst/>
          </a:prstGeom>
          <a:noFill/>
          <a:ln w="63500" cap="rnd" cmpd="sng">
            <a:solidFill>
              <a:srgbClr val="00FF00"/>
            </a:solidFill>
            <a:prstDash val="solid"/>
            <a:miter/>
            <a:headEnd type="stealth" w="med" len="med"/>
            <a:tailEnd type="none" w="med" len="med"/>
          </a:ln>
        </p:spPr>
      </p:cxnSp>
      <p:sp>
        <p:nvSpPr>
          <p:cNvPr id="476" name="Shape 476"/>
          <p:cNvSpPr txBox="1"/>
          <p:nvPr/>
        </p:nvSpPr>
        <p:spPr>
          <a:xfrm>
            <a:off x="7799248" y="7367336"/>
            <a:ext cx="3061023" cy="852065"/>
          </a:xfrm>
          <a:prstGeom prst="rect">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300" u="none" strike="noStrike" cap="none" dirty="0">
                <a:solidFill>
                  <a:schemeClr val="lt1"/>
                </a:solidFill>
                <a:latin typeface="Arial" charset="0"/>
                <a:ea typeface="Arial" charset="0"/>
                <a:cs typeface="Arial" charset="0"/>
                <a:sym typeface="Cabin"/>
              </a:rPr>
              <a:t>print('All Done')</a:t>
            </a:r>
          </a:p>
        </p:txBody>
      </p:sp>
      <p:sp>
        <p:nvSpPr>
          <p:cNvPr id="477" name="Shape 477"/>
          <p:cNvSpPr/>
          <p:nvPr/>
        </p:nvSpPr>
        <p:spPr>
          <a:xfrm>
            <a:off x="7776823" y="3992361"/>
            <a:ext cx="3139423" cy="1300743"/>
          </a:xfrm>
          <a:prstGeom prst="diamond">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10</a:t>
            </a:r>
          </a:p>
        </p:txBody>
      </p:sp>
      <p:sp>
        <p:nvSpPr>
          <p:cNvPr id="478" name="Shape 478"/>
          <p:cNvSpPr txBox="1"/>
          <p:nvPr/>
        </p:nvSpPr>
        <p:spPr>
          <a:xfrm>
            <a:off x="11533025" y="4082061"/>
            <a:ext cx="3061023" cy="1121165"/>
          </a:xfrm>
          <a:prstGeom prst="rect">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print('Medium')</a:t>
            </a:r>
          </a:p>
        </p:txBody>
      </p:sp>
      <p:cxnSp>
        <p:nvCxnSpPr>
          <p:cNvPr id="479" name="Shape 479"/>
          <p:cNvCxnSpPr/>
          <p:nvPr/>
        </p:nvCxnSpPr>
        <p:spPr>
          <a:xfrm rot="10800000">
            <a:off x="10966779" y="4645491"/>
            <a:ext cx="528401" cy="0"/>
          </a:xfrm>
          <a:prstGeom prst="straightConnector1">
            <a:avLst/>
          </a:prstGeom>
          <a:noFill/>
          <a:ln w="63500" cap="rnd" cmpd="sng">
            <a:solidFill>
              <a:srgbClr val="FFC000"/>
            </a:solidFill>
            <a:prstDash val="solid"/>
            <a:miter/>
            <a:headEnd type="stealth" w="med" len="med"/>
            <a:tailEnd type="none" w="med" len="med"/>
          </a:ln>
        </p:spPr>
      </p:cxnSp>
      <p:sp>
        <p:nvSpPr>
          <p:cNvPr id="480" name="Shape 480"/>
          <p:cNvSpPr txBox="1"/>
          <p:nvPr/>
        </p:nvSpPr>
        <p:spPr>
          <a:xfrm>
            <a:off x="10515486" y="3964329"/>
            <a:ext cx="77306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cxnSp>
        <p:nvCxnSpPr>
          <p:cNvPr id="481" name="Shape 481"/>
          <p:cNvCxnSpPr/>
          <p:nvPr/>
        </p:nvCxnSpPr>
        <p:spPr>
          <a:xfrm rot="10800000">
            <a:off x="14644494" y="2929972"/>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82" name="Shape 482"/>
          <p:cNvCxnSpPr/>
          <p:nvPr/>
        </p:nvCxnSpPr>
        <p:spPr>
          <a:xfrm rot="10800000">
            <a:off x="14610856" y="4634279"/>
            <a:ext cx="528401" cy="0"/>
          </a:xfrm>
          <a:prstGeom prst="straightConnector1">
            <a:avLst/>
          </a:prstGeom>
          <a:noFill/>
          <a:ln w="63500" cap="rnd" cmpd="sng">
            <a:solidFill>
              <a:srgbClr val="FFC000"/>
            </a:solidFill>
            <a:prstDash val="solid"/>
            <a:miter/>
            <a:headEnd type="stealth" w="med" len="med"/>
            <a:tailEnd type="none" w="med" len="med"/>
          </a:ln>
        </p:spPr>
      </p:cxnSp>
      <p:cxnSp>
        <p:nvCxnSpPr>
          <p:cNvPr id="483" name="Shape 483"/>
          <p:cNvCxnSpPr/>
          <p:nvPr/>
        </p:nvCxnSpPr>
        <p:spPr>
          <a:xfrm rot="10800000">
            <a:off x="9329836" y="3568965"/>
            <a:ext cx="1324" cy="497678"/>
          </a:xfrm>
          <a:prstGeom prst="straightConnector1">
            <a:avLst/>
          </a:prstGeom>
          <a:noFill/>
          <a:ln w="63500" cap="rnd" cmpd="sng">
            <a:solidFill>
              <a:srgbClr val="FFC000"/>
            </a:solidFill>
            <a:prstDash val="solid"/>
            <a:miter/>
            <a:headEnd type="stealth" w="med" len="med"/>
            <a:tailEnd type="none" w="med" len="med"/>
          </a:ln>
        </p:spPr>
      </p:cxnSp>
      <p:sp>
        <p:nvSpPr>
          <p:cNvPr id="484" name="Shape 484"/>
          <p:cNvSpPr txBox="1"/>
          <p:nvPr/>
        </p:nvSpPr>
        <p:spPr>
          <a:xfrm>
            <a:off x="7810461" y="5606967"/>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print('LARGE')</a:t>
            </a:r>
          </a:p>
        </p:txBody>
      </p:sp>
      <p:cxnSp>
        <p:nvCxnSpPr>
          <p:cNvPr id="485" name="Shape 485"/>
          <p:cNvCxnSpPr/>
          <p:nvPr/>
        </p:nvCxnSpPr>
        <p:spPr>
          <a:xfrm rot="10800000" flipH="1">
            <a:off x="9376011" y="5286074"/>
            <a:ext cx="4237" cy="361538"/>
          </a:xfrm>
          <a:prstGeom prst="straightConnector1">
            <a:avLst/>
          </a:prstGeom>
          <a:noFill/>
          <a:ln w="63500" cap="rnd" cmpd="sng">
            <a:solidFill>
              <a:srgbClr val="00FF00"/>
            </a:solidFill>
            <a:prstDash val="solid"/>
            <a:miter/>
            <a:headEnd type="stealth" w="med" len="med"/>
            <a:tailEnd type="none" w="med" len="med"/>
          </a:ln>
        </p:spPr>
      </p:cxnSp>
      <p:sp>
        <p:nvSpPr>
          <p:cNvPr id="486" name="Shape 486"/>
          <p:cNvSpPr txBox="1"/>
          <p:nvPr/>
        </p:nvSpPr>
        <p:spPr>
          <a:xfrm>
            <a:off x="8470598" y="5063159"/>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sp>
        <p:nvSpPr>
          <p:cNvPr id="24" name="Shape 501"/>
          <p:cNvSpPr txBox="1"/>
          <p:nvPr/>
        </p:nvSpPr>
        <p:spPr>
          <a:xfrm>
            <a:off x="7596209" y="966287"/>
            <a:ext cx="3467099" cy="691062"/>
          </a:xfrm>
          <a:prstGeom prst="rect">
            <a:avLst/>
          </a:prstGeom>
          <a:noFill/>
          <a:ln w="50800" cap="rnd" cmpd="sng">
            <a:solidFill>
              <a:srgbClr val="FF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rgbClr val="FF0000"/>
              </a:buClr>
              <a:buSzPct val="25000"/>
              <a:buFont typeface="Cabin"/>
              <a:buNone/>
            </a:pPr>
            <a:r>
              <a:rPr lang="en-US" sz="3600" dirty="0">
                <a:solidFill>
                  <a:srgbClr val="FFFFFF"/>
                </a:solidFill>
                <a:latin typeface="Arial" charset="0"/>
                <a:ea typeface="Arial" charset="0"/>
                <a:cs typeface="Arial" charset="0"/>
                <a:sym typeface="Cabin"/>
              </a:rPr>
              <a:t>x</a:t>
            </a:r>
            <a:r>
              <a:rPr lang="en-US" sz="3600" u="none" strike="noStrike" cap="none" dirty="0">
                <a:solidFill>
                  <a:srgbClr val="FFFFFF"/>
                </a:solidFill>
                <a:latin typeface="Arial" charset="0"/>
                <a:ea typeface="Arial" charset="0"/>
                <a:cs typeface="Arial" charset="0"/>
                <a:sym typeface="Cabin"/>
              </a:rPr>
              <a:t> = 5</a:t>
            </a:r>
          </a:p>
        </p:txBody>
      </p:sp>
    </p:spTree>
    <p:extLst>
      <p:ext uri="{BB962C8B-B14F-4D97-AF65-F5344CB8AC3E}">
        <p14:creationId xmlns:p14="http://schemas.microsoft.com/office/powerpoint/2010/main" val="411858809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464"/>
        <p:cNvGrpSpPr/>
        <p:nvPr/>
      </p:nvGrpSpPr>
      <p:grpSpPr>
        <a:xfrm>
          <a:off x="0" y="0"/>
          <a:ext cx="0" cy="0"/>
          <a:chOff x="0" y="0"/>
          <a:chExt cx="0" cy="0"/>
        </a:xfrm>
      </p:grpSpPr>
      <p:sp>
        <p:nvSpPr>
          <p:cNvPr id="465" name="Shape 465"/>
          <p:cNvSpPr txBox="1">
            <a:spLocks noGrp="1"/>
          </p:cNvSpPr>
          <p:nvPr>
            <p:ph type="title"/>
          </p:nvPr>
        </p:nvSpPr>
        <p:spPr>
          <a:xfrm>
            <a:off x="1155700" y="745588"/>
            <a:ext cx="5759363"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Multi-way</a:t>
            </a:r>
          </a:p>
        </p:txBody>
      </p:sp>
      <p:sp>
        <p:nvSpPr>
          <p:cNvPr id="466" name="Shape 466"/>
          <p:cNvSpPr txBox="1"/>
          <p:nvPr/>
        </p:nvSpPr>
        <p:spPr>
          <a:xfrm>
            <a:off x="1033161" y="2935664"/>
            <a:ext cx="5102699" cy="4457700"/>
          </a:xfrm>
          <a:prstGeom prst="rect">
            <a:avLst/>
          </a:prstGeom>
          <a:noFill/>
          <a:ln>
            <a:noFill/>
          </a:ln>
        </p:spPr>
        <p:txBody>
          <a:bodyPr lIns="0" tIns="0" rIns="0" bIns="0" anchor="ctr" anchorCtr="0">
            <a:noAutofit/>
          </a:bodyPr>
          <a:lstStyle/>
          <a:p>
            <a:pPr>
              <a:buClr>
                <a:srgbClr val="FFFF00"/>
              </a:buClr>
              <a:buSzPct val="25000"/>
            </a:pPr>
            <a:r>
              <a:rPr lang="en-US" sz="3000" dirty="0">
                <a:solidFill>
                  <a:schemeClr val="bg1"/>
                </a:solidFill>
                <a:latin typeface="Courier"/>
                <a:ea typeface="Courier"/>
                <a:cs typeface="Courier"/>
                <a:sym typeface="Courier New"/>
              </a:rPr>
              <a:t>x = 20</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C000"/>
                </a:solidFill>
                <a:latin typeface="Courier"/>
                <a:ea typeface="Courier"/>
                <a:cs typeface="Courier"/>
                <a:sym typeface="Courier New"/>
              </a:rPr>
              <a:t>if x &lt; 2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a:t>
            </a:r>
            <a:r>
              <a:rPr lang="en-US" sz="3000" dirty="0">
                <a:solidFill>
                  <a:schemeClr val="lt1"/>
                </a:solidFill>
                <a:latin typeface="Courier"/>
                <a:ea typeface="Courier"/>
                <a:cs typeface="Courier"/>
                <a:sym typeface="Courier New"/>
              </a:rPr>
              <a:t>s</a:t>
            </a:r>
            <a:r>
              <a:rPr lang="en-US" sz="3000" i="0" u="none" strike="noStrike" cap="none" dirty="0">
                <a:solidFill>
                  <a:schemeClr val="lt1"/>
                </a:solidFill>
                <a:latin typeface="Courier"/>
                <a:ea typeface="Courier"/>
                <a:cs typeface="Courier"/>
                <a:sym typeface="Courier New"/>
              </a:rPr>
              <a:t>mall'</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C000"/>
                </a:solidFill>
                <a:latin typeface="Courier"/>
                <a:ea typeface="Courier"/>
                <a:cs typeface="Courier"/>
                <a:sym typeface="Courier New"/>
              </a:rPr>
              <a:t>elif</a:t>
            </a:r>
            <a:r>
              <a:rPr lang="en-US" sz="3000" i="0" u="none" strike="noStrike" cap="none" dirty="0">
                <a:solidFill>
                  <a:srgbClr val="FFC000"/>
                </a:solidFill>
                <a:latin typeface="Courier"/>
                <a:ea typeface="Courier"/>
                <a:cs typeface="Courier"/>
                <a:sym typeface="Courier New"/>
              </a:rPr>
              <a:t> x &lt; 10 :</a:t>
            </a:r>
          </a:p>
          <a:p>
            <a:pPr lvl="0">
              <a:buClr>
                <a:schemeClr val="lt1"/>
              </a:buClr>
              <a:buSzPct val="25000"/>
            </a:pPr>
            <a:r>
              <a:rPr lang="en-US" sz="3000" i="0" u="none" strike="noStrike" cap="none" dirty="0">
                <a:solidFill>
                  <a:schemeClr val="lt1"/>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print(</a:t>
            </a:r>
            <a:r>
              <a:rPr lang="en-US" sz="3000" i="0" u="none" strike="noStrike" cap="none" dirty="0">
                <a:solidFill>
                  <a:schemeClr val="lt1"/>
                </a:solidFill>
                <a:latin typeface="Courier"/>
                <a:ea typeface="Courier"/>
                <a:cs typeface="Courier"/>
                <a:sym typeface="Courier New"/>
              </a:rPr>
              <a:t>'</a:t>
            </a:r>
            <a:r>
              <a:rPr lang="en-US" sz="3000" dirty="0">
                <a:solidFill>
                  <a:schemeClr val="lt1"/>
                </a:solidFill>
                <a:latin typeface="Courier"/>
                <a:ea typeface="Courier"/>
                <a:cs typeface="Courier"/>
                <a:sym typeface="Courier New"/>
              </a:rPr>
              <a:t>Medium'</a:t>
            </a:r>
            <a:r>
              <a:rPr lang="en-US" sz="3000" dirty="0">
                <a:solidFill>
                  <a:srgbClr val="00FF00"/>
                </a:solidFill>
                <a:latin typeface="Courier"/>
                <a:ea typeface="Courier"/>
                <a:cs typeface="Courier"/>
                <a:sym typeface="Courier New"/>
              </a:rPr>
              <a:t>)</a:t>
            </a:r>
            <a:endParaRPr lang="en-US" sz="3000" i="0" u="none" strike="noStrike" cap="none" dirty="0">
              <a:solidFill>
                <a:schemeClr val="lt1"/>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C000"/>
                </a:solidFill>
                <a:latin typeface="Courier"/>
                <a:ea typeface="Courier"/>
                <a:cs typeface="Courier"/>
                <a:sym typeface="Courier New"/>
              </a:rPr>
              <a:t>else :</a:t>
            </a:r>
          </a:p>
          <a:p>
            <a:pPr lvl="0">
              <a:buClr>
                <a:schemeClr val="lt1"/>
              </a:buClr>
              <a:buSzPct val="25000"/>
            </a:pPr>
            <a:r>
              <a:rPr lang="en-US" sz="3000" i="0" u="none" strike="noStrike" cap="none" dirty="0">
                <a:solidFill>
                  <a:srgbClr val="FFC000"/>
                </a:solidFill>
                <a:latin typeface="Courier"/>
                <a:ea typeface="Courier"/>
                <a:cs typeface="Courier"/>
                <a:sym typeface="Courier New"/>
              </a:rPr>
              <a:t>    print('LARGE'</a:t>
            </a:r>
            <a:r>
              <a:rPr lang="en-US" sz="3000" dirty="0">
                <a:solidFill>
                  <a:srgbClr val="FFC000"/>
                </a:solidFill>
                <a:latin typeface="Courier"/>
                <a:ea typeface="Courier"/>
                <a:cs typeface="Courier"/>
                <a:sym typeface="Courier New"/>
              </a:rPr>
              <a:t>)</a:t>
            </a:r>
            <a:endParaRPr lang="en-US" sz="3000" i="0" u="none" strike="noStrike" cap="none" dirty="0">
              <a:solidFill>
                <a:srgbClr val="FFC000"/>
              </a:solidFill>
              <a:latin typeface="Courier"/>
              <a:ea typeface="Courier"/>
              <a:cs typeface="Courier"/>
              <a:sym typeface="Courier New"/>
            </a:endParaRPr>
          </a:p>
          <a:p>
            <a:pPr lvl="0">
              <a:buClr>
                <a:srgbClr val="FFFF00"/>
              </a:buClr>
              <a:buSzPct val="25000"/>
            </a:pPr>
            <a:r>
              <a:rPr lang="en-US" sz="3000" i="0" u="none" strike="noStrike" cap="none" dirty="0">
                <a:solidFill>
                  <a:srgbClr val="FFC000"/>
                </a:solidFill>
                <a:latin typeface="Courier"/>
                <a:ea typeface="Courier"/>
                <a:cs typeface="Courier"/>
                <a:sym typeface="Courier New"/>
              </a:rPr>
              <a:t>print</a:t>
            </a:r>
            <a:r>
              <a:rPr lang="en-US" sz="3000" dirty="0">
                <a:solidFill>
                  <a:srgbClr val="FFC000"/>
                </a:solidFill>
                <a:latin typeface="Courier"/>
                <a:ea typeface="Courier"/>
                <a:cs typeface="Courier"/>
                <a:sym typeface="Courier New"/>
              </a:rPr>
              <a:t>(</a:t>
            </a:r>
            <a:r>
              <a:rPr lang="en-US" sz="3000" i="0" u="none" strike="noStrike" cap="none" dirty="0">
                <a:solidFill>
                  <a:srgbClr val="FFC000"/>
                </a:solidFill>
                <a:latin typeface="Courier"/>
                <a:ea typeface="Courier"/>
                <a:cs typeface="Courier"/>
                <a:sym typeface="Courier New"/>
              </a:rPr>
              <a:t>'All done'</a:t>
            </a:r>
            <a:r>
              <a:rPr lang="en-US" sz="3000" b="1" dirty="0">
                <a:solidFill>
                  <a:srgbClr val="FFC000"/>
                </a:solidFill>
                <a:latin typeface="Courier"/>
                <a:ea typeface="Courier"/>
                <a:cs typeface="Courier"/>
                <a:sym typeface="Courier New"/>
              </a:rPr>
              <a:t>)</a:t>
            </a:r>
            <a:endParaRPr lang="en-US" sz="3000" b="1" i="0" u="none" strike="noStrike" cap="none" dirty="0">
              <a:solidFill>
                <a:srgbClr val="FFC000"/>
              </a:solidFill>
              <a:latin typeface="Courier"/>
              <a:ea typeface="Courier"/>
              <a:cs typeface="Courier"/>
              <a:sym typeface="Courier New"/>
            </a:endParaRPr>
          </a:p>
        </p:txBody>
      </p:sp>
      <p:sp>
        <p:nvSpPr>
          <p:cNvPr id="467" name="Shape 467"/>
          <p:cNvSpPr/>
          <p:nvPr/>
        </p:nvSpPr>
        <p:spPr>
          <a:xfrm>
            <a:off x="7776941" y="2267096"/>
            <a:ext cx="3139423" cy="1300743"/>
          </a:xfrm>
          <a:prstGeom prst="diamond">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2</a:t>
            </a:r>
          </a:p>
        </p:txBody>
      </p:sp>
      <p:sp>
        <p:nvSpPr>
          <p:cNvPr id="468" name="Shape 468"/>
          <p:cNvSpPr txBox="1"/>
          <p:nvPr/>
        </p:nvSpPr>
        <p:spPr>
          <a:xfrm>
            <a:off x="11533142" y="2356796"/>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a:t>
            </a:r>
            <a:r>
              <a:rPr lang="en-US" sz="3200" dirty="0">
                <a:solidFill>
                  <a:schemeClr val="lt1"/>
                </a:solidFill>
                <a:latin typeface="Arial" charset="0"/>
                <a:ea typeface="Arial" charset="0"/>
                <a:cs typeface="Arial" charset="0"/>
                <a:sym typeface="Cabin"/>
              </a:rPr>
              <a:t>s</a:t>
            </a:r>
            <a:r>
              <a:rPr lang="en-US" sz="3200" u="none" strike="noStrike" cap="none" dirty="0">
                <a:solidFill>
                  <a:schemeClr val="lt1"/>
                </a:solidFill>
                <a:latin typeface="Arial" charset="0"/>
                <a:ea typeface="Arial" charset="0"/>
                <a:cs typeface="Arial" charset="0"/>
                <a:sym typeface="Cabin"/>
              </a:rPr>
              <a:t>mall')</a:t>
            </a:r>
          </a:p>
        </p:txBody>
      </p:sp>
      <p:cxnSp>
        <p:nvCxnSpPr>
          <p:cNvPr id="469" name="Shape 469"/>
          <p:cNvCxnSpPr/>
          <p:nvPr/>
        </p:nvCxnSpPr>
        <p:spPr>
          <a:xfrm rot="10800000">
            <a:off x="10966897" y="2920226"/>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70" name="Shape 470"/>
          <p:cNvCxnSpPr/>
          <p:nvPr/>
        </p:nvCxnSpPr>
        <p:spPr>
          <a:xfrm rot="10800000" flipH="1">
            <a:off x="9408365" y="6874037"/>
            <a:ext cx="5728196" cy="91113"/>
          </a:xfrm>
          <a:prstGeom prst="straightConnector1">
            <a:avLst/>
          </a:prstGeom>
          <a:noFill/>
          <a:ln w="63500" cap="rnd" cmpd="sng">
            <a:solidFill>
              <a:srgbClr val="00FF00"/>
            </a:solidFill>
            <a:prstDash val="solid"/>
            <a:miter/>
            <a:headEnd type="stealth" w="med" len="med"/>
            <a:tailEnd type="none" w="med" len="med"/>
          </a:ln>
        </p:spPr>
      </p:cxnSp>
      <p:sp>
        <p:nvSpPr>
          <p:cNvPr id="471" name="Shape 471"/>
          <p:cNvSpPr txBox="1"/>
          <p:nvPr/>
        </p:nvSpPr>
        <p:spPr>
          <a:xfrm>
            <a:off x="10369841" y="2183002"/>
            <a:ext cx="695265"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sp>
        <p:nvSpPr>
          <p:cNvPr id="472" name="Shape 472"/>
          <p:cNvSpPr txBox="1"/>
          <p:nvPr/>
        </p:nvSpPr>
        <p:spPr>
          <a:xfrm>
            <a:off x="8638903" y="3483657"/>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cxnSp>
        <p:nvCxnSpPr>
          <p:cNvPr id="473" name="Shape 473"/>
          <p:cNvCxnSpPr/>
          <p:nvPr/>
        </p:nvCxnSpPr>
        <p:spPr>
          <a:xfrm rot="10800000">
            <a:off x="15119754" y="2935664"/>
            <a:ext cx="33637" cy="3955201"/>
          </a:xfrm>
          <a:prstGeom prst="straightConnector1">
            <a:avLst/>
          </a:prstGeom>
          <a:noFill/>
          <a:ln w="63500" cap="rnd" cmpd="sng">
            <a:solidFill>
              <a:srgbClr val="00FF00"/>
            </a:solidFill>
            <a:prstDash val="solid"/>
            <a:miter/>
            <a:headEnd type="none" w="med" len="med"/>
            <a:tailEnd type="none" w="med" len="med"/>
          </a:ln>
        </p:spPr>
      </p:cxnSp>
      <p:cxnSp>
        <p:nvCxnSpPr>
          <p:cNvPr id="474" name="Shape 474"/>
          <p:cNvCxnSpPr/>
          <p:nvPr/>
        </p:nvCxnSpPr>
        <p:spPr>
          <a:xfrm rot="10800000">
            <a:off x="9359277" y="1696734"/>
            <a:ext cx="4237" cy="606802"/>
          </a:xfrm>
          <a:prstGeom prst="straightConnector1">
            <a:avLst/>
          </a:prstGeom>
          <a:noFill/>
          <a:ln w="63500" cap="rnd" cmpd="sng">
            <a:solidFill>
              <a:srgbClr val="FFC000"/>
            </a:solidFill>
            <a:prstDash val="solid"/>
            <a:miter/>
            <a:headEnd type="stealth" w="med" len="med"/>
            <a:tailEnd type="none" w="med" len="med"/>
          </a:ln>
        </p:spPr>
      </p:cxnSp>
      <p:cxnSp>
        <p:nvCxnSpPr>
          <p:cNvPr id="475" name="Shape 475"/>
          <p:cNvCxnSpPr/>
          <p:nvPr/>
        </p:nvCxnSpPr>
        <p:spPr>
          <a:xfrm rot="10800000" flipH="1">
            <a:off x="9363515" y="6724103"/>
            <a:ext cx="16686" cy="658714"/>
          </a:xfrm>
          <a:prstGeom prst="straightConnector1">
            <a:avLst/>
          </a:prstGeom>
          <a:noFill/>
          <a:ln w="63500" cap="rnd" cmpd="sng">
            <a:solidFill>
              <a:srgbClr val="FFC000"/>
            </a:solidFill>
            <a:prstDash val="solid"/>
            <a:miter/>
            <a:headEnd type="stealth" w="med" len="med"/>
            <a:tailEnd type="none" w="med" len="med"/>
          </a:ln>
        </p:spPr>
      </p:cxnSp>
      <p:sp>
        <p:nvSpPr>
          <p:cNvPr id="476" name="Shape 476"/>
          <p:cNvSpPr txBox="1"/>
          <p:nvPr/>
        </p:nvSpPr>
        <p:spPr>
          <a:xfrm>
            <a:off x="7788153" y="7357590"/>
            <a:ext cx="3061023" cy="852065"/>
          </a:xfrm>
          <a:prstGeom prst="rect">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300" u="none" strike="noStrike" cap="none" dirty="0">
                <a:solidFill>
                  <a:schemeClr val="lt1"/>
                </a:solidFill>
                <a:latin typeface="Arial" charset="0"/>
                <a:ea typeface="Arial" charset="0"/>
                <a:cs typeface="Arial" charset="0"/>
                <a:sym typeface="Cabin"/>
              </a:rPr>
              <a:t>print('All Done')</a:t>
            </a:r>
          </a:p>
        </p:txBody>
      </p:sp>
      <p:sp>
        <p:nvSpPr>
          <p:cNvPr id="477" name="Shape 477"/>
          <p:cNvSpPr/>
          <p:nvPr/>
        </p:nvSpPr>
        <p:spPr>
          <a:xfrm>
            <a:off x="7765728" y="3982615"/>
            <a:ext cx="3139423" cy="1300743"/>
          </a:xfrm>
          <a:prstGeom prst="diamond">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700" u="none" strike="noStrike" cap="none" dirty="0">
                <a:solidFill>
                  <a:schemeClr val="lt1"/>
                </a:solidFill>
                <a:latin typeface="Arial" charset="0"/>
                <a:ea typeface="Arial" charset="0"/>
                <a:cs typeface="Arial" charset="0"/>
                <a:sym typeface="Cabin"/>
              </a:rPr>
              <a:t>x &lt; 10</a:t>
            </a:r>
          </a:p>
        </p:txBody>
      </p:sp>
      <p:sp>
        <p:nvSpPr>
          <p:cNvPr id="478" name="Shape 478"/>
          <p:cNvSpPr txBox="1"/>
          <p:nvPr/>
        </p:nvSpPr>
        <p:spPr>
          <a:xfrm>
            <a:off x="11521930" y="4072315"/>
            <a:ext cx="3061023" cy="1121165"/>
          </a:xfrm>
          <a:prstGeom prst="rect">
            <a:avLst/>
          </a:prstGeom>
          <a:noFill/>
          <a:ln w="50800" cap="rnd" cmpd="sng">
            <a:solidFill>
              <a:srgbClr val="00FF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print('Medium')</a:t>
            </a:r>
          </a:p>
        </p:txBody>
      </p:sp>
      <p:cxnSp>
        <p:nvCxnSpPr>
          <p:cNvPr id="479" name="Shape 479"/>
          <p:cNvCxnSpPr/>
          <p:nvPr/>
        </p:nvCxnSpPr>
        <p:spPr>
          <a:xfrm rot="10800000">
            <a:off x="10955684" y="4635745"/>
            <a:ext cx="528401" cy="0"/>
          </a:xfrm>
          <a:prstGeom prst="straightConnector1">
            <a:avLst/>
          </a:prstGeom>
          <a:noFill/>
          <a:ln w="63500" cap="rnd" cmpd="sng">
            <a:solidFill>
              <a:srgbClr val="00FF00"/>
            </a:solidFill>
            <a:prstDash val="solid"/>
            <a:miter/>
            <a:headEnd type="stealth" w="med" len="med"/>
            <a:tailEnd type="none" w="med" len="med"/>
          </a:ln>
        </p:spPr>
      </p:cxnSp>
      <p:sp>
        <p:nvSpPr>
          <p:cNvPr id="480" name="Shape 480"/>
          <p:cNvSpPr txBox="1"/>
          <p:nvPr/>
        </p:nvSpPr>
        <p:spPr>
          <a:xfrm>
            <a:off x="10504391" y="3954583"/>
            <a:ext cx="77306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yes</a:t>
            </a:r>
          </a:p>
        </p:txBody>
      </p:sp>
      <p:cxnSp>
        <p:nvCxnSpPr>
          <p:cNvPr id="481" name="Shape 481"/>
          <p:cNvCxnSpPr/>
          <p:nvPr/>
        </p:nvCxnSpPr>
        <p:spPr>
          <a:xfrm rot="10800000">
            <a:off x="14633399" y="2920226"/>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82" name="Shape 482"/>
          <p:cNvCxnSpPr/>
          <p:nvPr/>
        </p:nvCxnSpPr>
        <p:spPr>
          <a:xfrm rot="10800000">
            <a:off x="14599761" y="4624533"/>
            <a:ext cx="528401" cy="0"/>
          </a:xfrm>
          <a:prstGeom prst="straightConnector1">
            <a:avLst/>
          </a:prstGeom>
          <a:noFill/>
          <a:ln w="63500" cap="rnd" cmpd="sng">
            <a:solidFill>
              <a:srgbClr val="00FF00"/>
            </a:solidFill>
            <a:prstDash val="solid"/>
            <a:miter/>
            <a:headEnd type="stealth" w="med" len="med"/>
            <a:tailEnd type="none" w="med" len="med"/>
          </a:ln>
        </p:spPr>
      </p:cxnSp>
      <p:cxnSp>
        <p:nvCxnSpPr>
          <p:cNvPr id="483" name="Shape 483"/>
          <p:cNvCxnSpPr/>
          <p:nvPr/>
        </p:nvCxnSpPr>
        <p:spPr>
          <a:xfrm rot="10800000">
            <a:off x="9318741" y="3559219"/>
            <a:ext cx="1324" cy="497678"/>
          </a:xfrm>
          <a:prstGeom prst="straightConnector1">
            <a:avLst/>
          </a:prstGeom>
          <a:noFill/>
          <a:ln w="63500" cap="rnd" cmpd="sng">
            <a:solidFill>
              <a:srgbClr val="FFC000"/>
            </a:solidFill>
            <a:prstDash val="solid"/>
            <a:miter/>
            <a:headEnd type="stealth" w="med" len="med"/>
            <a:tailEnd type="none" w="med" len="med"/>
          </a:ln>
        </p:spPr>
      </p:cxnSp>
      <p:sp>
        <p:nvSpPr>
          <p:cNvPr id="484" name="Shape 484"/>
          <p:cNvSpPr txBox="1"/>
          <p:nvPr/>
        </p:nvSpPr>
        <p:spPr>
          <a:xfrm>
            <a:off x="7799366" y="5597221"/>
            <a:ext cx="3061023" cy="1121165"/>
          </a:xfrm>
          <a:prstGeom prst="rect">
            <a:avLst/>
          </a:prstGeom>
          <a:noFill/>
          <a:ln w="50800" cap="rnd" cmpd="sng">
            <a:solidFill>
              <a:srgbClr val="FFC000"/>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print('LARGE')</a:t>
            </a:r>
          </a:p>
        </p:txBody>
      </p:sp>
      <p:cxnSp>
        <p:nvCxnSpPr>
          <p:cNvPr id="485" name="Shape 485"/>
          <p:cNvCxnSpPr/>
          <p:nvPr/>
        </p:nvCxnSpPr>
        <p:spPr>
          <a:xfrm rot="10800000" flipH="1">
            <a:off x="9364916" y="5276328"/>
            <a:ext cx="4237" cy="361538"/>
          </a:xfrm>
          <a:prstGeom prst="straightConnector1">
            <a:avLst/>
          </a:prstGeom>
          <a:noFill/>
          <a:ln w="63500" cap="rnd" cmpd="sng">
            <a:solidFill>
              <a:srgbClr val="FFC000"/>
            </a:solidFill>
            <a:prstDash val="solid"/>
            <a:miter/>
            <a:headEnd type="stealth" w="med" len="med"/>
            <a:tailEnd type="none" w="med" len="med"/>
          </a:ln>
        </p:spPr>
      </p:cxnSp>
      <p:sp>
        <p:nvSpPr>
          <p:cNvPr id="486" name="Shape 486"/>
          <p:cNvSpPr txBox="1"/>
          <p:nvPr/>
        </p:nvSpPr>
        <p:spPr>
          <a:xfrm>
            <a:off x="8459503" y="5053413"/>
            <a:ext cx="477812" cy="493439"/>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200" u="none" strike="noStrike" cap="none" dirty="0">
                <a:solidFill>
                  <a:schemeClr val="lt1"/>
                </a:solidFill>
                <a:latin typeface="Arial" charset="0"/>
                <a:ea typeface="Arial" charset="0"/>
                <a:cs typeface="Arial" charset="0"/>
                <a:sym typeface="Cabin"/>
              </a:rPr>
              <a:t>no</a:t>
            </a:r>
          </a:p>
        </p:txBody>
      </p:sp>
      <p:sp>
        <p:nvSpPr>
          <p:cNvPr id="24" name="Shape 501"/>
          <p:cNvSpPr txBox="1"/>
          <p:nvPr/>
        </p:nvSpPr>
        <p:spPr>
          <a:xfrm>
            <a:off x="7585114" y="956541"/>
            <a:ext cx="3467099" cy="691062"/>
          </a:xfrm>
          <a:prstGeom prst="rect">
            <a:avLst/>
          </a:prstGeom>
          <a:noFill/>
          <a:ln w="50800" cap="rnd" cmpd="sng">
            <a:solidFill>
              <a:srgbClr val="FFFFFF"/>
            </a:solidFill>
            <a:prstDash val="solid"/>
            <a:miter/>
            <a:headEnd type="none" w="med" len="med"/>
            <a:tailEnd type="none" w="med" len="med"/>
          </a:ln>
        </p:spPr>
        <p:txBody>
          <a:bodyPr lIns="0" tIns="0" rIns="0" bIns="0" anchor="ctr" anchorCtr="0">
            <a:noAutofit/>
          </a:bodyPr>
          <a:lstStyle/>
          <a:p>
            <a:pPr marL="0" marR="0" lvl="0" indent="0" algn="ctr" rtl="0">
              <a:lnSpc>
                <a:spcPct val="100000"/>
              </a:lnSpc>
              <a:spcBef>
                <a:spcPts val="0"/>
              </a:spcBef>
              <a:spcAft>
                <a:spcPts val="0"/>
              </a:spcAft>
              <a:buClr>
                <a:srgbClr val="FF0000"/>
              </a:buClr>
              <a:buSzPct val="25000"/>
              <a:buFont typeface="Cabin"/>
              <a:buNone/>
            </a:pPr>
            <a:r>
              <a:rPr lang="en-US" sz="3600" dirty="0">
                <a:solidFill>
                  <a:srgbClr val="FFFFFF"/>
                </a:solidFill>
                <a:latin typeface="Arial" charset="0"/>
                <a:ea typeface="Arial" charset="0"/>
                <a:cs typeface="Arial" charset="0"/>
                <a:sym typeface="Cabin"/>
              </a:rPr>
              <a:t>x</a:t>
            </a:r>
            <a:r>
              <a:rPr lang="en-US" sz="3600" u="none" strike="noStrike" cap="none" dirty="0">
                <a:solidFill>
                  <a:srgbClr val="FFFFFF"/>
                </a:solidFill>
                <a:latin typeface="Arial" charset="0"/>
                <a:ea typeface="Arial" charset="0"/>
                <a:cs typeface="Arial" charset="0"/>
                <a:sym typeface="Cabin"/>
              </a:rPr>
              <a:t> = 20</a:t>
            </a:r>
          </a:p>
        </p:txBody>
      </p:sp>
    </p:spTree>
    <p:extLst>
      <p:ext uri="{BB962C8B-B14F-4D97-AF65-F5344CB8AC3E}">
        <p14:creationId xmlns:p14="http://schemas.microsoft.com/office/powerpoint/2010/main" val="309555669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573"/>
        <p:cNvGrpSpPr/>
        <p:nvPr/>
      </p:nvGrpSpPr>
      <p:grpSpPr>
        <a:xfrm>
          <a:off x="0" y="0"/>
          <a:ext cx="0" cy="0"/>
          <a:chOff x="0" y="0"/>
          <a:chExt cx="0" cy="0"/>
        </a:xfrm>
      </p:grpSpPr>
      <p:sp>
        <p:nvSpPr>
          <p:cNvPr id="574" name="Shape 574"/>
          <p:cNvSpPr txBox="1">
            <a:spLocks noGrp="1"/>
          </p:cNvSpPr>
          <p:nvPr>
            <p:ph type="title"/>
          </p:nvPr>
        </p:nvSpPr>
        <p:spPr>
          <a:xfrm>
            <a:off x="1060450" y="745588"/>
            <a:ext cx="5934648"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Multi-way</a:t>
            </a:r>
          </a:p>
        </p:txBody>
      </p:sp>
      <p:sp>
        <p:nvSpPr>
          <p:cNvPr id="575" name="Shape 575"/>
          <p:cNvSpPr txBox="1"/>
          <p:nvPr/>
        </p:nvSpPr>
        <p:spPr>
          <a:xfrm>
            <a:off x="1243605" y="3121862"/>
            <a:ext cx="5311799" cy="4187052"/>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FFFFFF"/>
                </a:solidFill>
                <a:latin typeface="Courier"/>
                <a:ea typeface="Courier"/>
                <a:cs typeface="Courier"/>
                <a:sym typeface="Courier New"/>
              </a:rPr>
              <a:t># No Else</a:t>
            </a:r>
          </a:p>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FF9900"/>
                </a:solidFill>
                <a:latin typeface="Courier"/>
                <a:ea typeface="Courier"/>
                <a:cs typeface="Courier"/>
                <a:sym typeface="Courier New"/>
              </a:rPr>
              <a:t>x = 5</a:t>
            </a:r>
          </a:p>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FF9900"/>
                </a:solidFill>
                <a:latin typeface="Courier"/>
                <a:ea typeface="Courier"/>
                <a:cs typeface="Courier"/>
                <a:sym typeface="Courier New"/>
              </a:rPr>
              <a:t>if x &lt; 2 :</a:t>
            </a:r>
          </a:p>
          <a:p>
            <a:pPr lvl="0">
              <a:buClr>
                <a:srgbClr val="00FF00"/>
              </a:buClr>
              <a:buSzPct val="25000"/>
            </a:pPr>
            <a:r>
              <a:rPr lang="en-US" sz="3000" i="0" u="none" strike="noStrike" cap="none" dirty="0">
                <a:solidFill>
                  <a:srgbClr val="00FF00"/>
                </a:solidFill>
                <a:latin typeface="Courier"/>
                <a:ea typeface="Courier"/>
                <a:cs typeface="Courier"/>
                <a:sym typeface="Courier New"/>
              </a:rPr>
              <a:t>    </a:t>
            </a:r>
            <a:r>
              <a:rPr lang="en-US" sz="3000" dirty="0">
                <a:solidFill>
                  <a:srgbClr val="00FF00"/>
                </a:solidFill>
                <a:latin typeface="Courier"/>
                <a:ea typeface="Courier"/>
                <a:cs typeface="Courier"/>
                <a:sym typeface="Courier New"/>
              </a:rPr>
              <a:t>print('Small')</a:t>
            </a:r>
            <a:endParaRPr lang="en-US"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err="1">
                <a:solidFill>
                  <a:srgbClr val="FF9900"/>
                </a:solidFill>
                <a:latin typeface="Courier"/>
                <a:ea typeface="Courier"/>
                <a:cs typeface="Courier"/>
                <a:sym typeface="Courier New"/>
              </a:rPr>
              <a:t>elif</a:t>
            </a:r>
            <a:r>
              <a:rPr lang="en-US" sz="3000" i="0" u="none" strike="noStrike" cap="none" dirty="0">
                <a:solidFill>
                  <a:srgbClr val="FF9900"/>
                </a:solidFill>
                <a:latin typeface="Courier"/>
                <a:ea typeface="Courier"/>
                <a:cs typeface="Courier"/>
                <a:sym typeface="Courier New"/>
              </a:rPr>
              <a:t> x &lt; 10 :</a:t>
            </a:r>
          </a:p>
          <a:p>
            <a:pPr lvl="0">
              <a:buClr>
                <a:srgbClr val="FF7F00"/>
              </a:buClr>
              <a:buSzPct val="25000"/>
            </a:pPr>
            <a:r>
              <a:rPr lang="en-US" sz="3000" i="0" u="none" strike="noStrike" cap="none" dirty="0">
                <a:solidFill>
                  <a:srgbClr val="FF7F00"/>
                </a:solidFill>
                <a:latin typeface="Courier"/>
                <a:ea typeface="Courier"/>
                <a:cs typeface="Courier"/>
                <a:sym typeface="Courier New"/>
              </a:rPr>
              <a:t>   </a:t>
            </a:r>
            <a:r>
              <a:rPr lang="en-US" sz="3000" i="0" u="none" strike="noStrike" cap="none" dirty="0">
                <a:solidFill>
                  <a:srgbClr val="00FF00"/>
                </a:solidFill>
                <a:latin typeface="Courier"/>
                <a:ea typeface="Courier"/>
                <a:cs typeface="Courier"/>
                <a:sym typeface="Courier New"/>
              </a:rPr>
              <a:t> </a:t>
            </a:r>
            <a:r>
              <a:rPr lang="en-US" sz="3000" dirty="0">
                <a:solidFill>
                  <a:srgbClr val="00FF00"/>
                </a:solidFill>
                <a:latin typeface="Courier"/>
                <a:ea typeface="Courier"/>
                <a:cs typeface="Courier"/>
                <a:sym typeface="Courier New"/>
              </a:rPr>
              <a:t>print('Medium')</a:t>
            </a:r>
            <a:endParaRPr lang="en-US" sz="3000" i="0" u="none" strike="noStrike" cap="none" dirty="0">
              <a:solidFill>
                <a:srgbClr val="00FF00"/>
              </a:solidFill>
              <a:latin typeface="Courier"/>
              <a:ea typeface="Courier"/>
              <a:cs typeface="Courier"/>
              <a:sym typeface="Courier New"/>
            </a:endParaRPr>
          </a:p>
          <a:p>
            <a:pPr marL="0" marR="0" lvl="0" indent="0" algn="ctr" rtl="0">
              <a:lnSpc>
                <a:spcPct val="100000"/>
              </a:lnSpc>
              <a:spcBef>
                <a:spcPts val="0"/>
              </a:spcBef>
              <a:spcAft>
                <a:spcPts val="0"/>
              </a:spcAft>
              <a:buNone/>
            </a:pPr>
            <a:endParaRPr sz="3000" i="0" u="none" strike="noStrike" cap="none" dirty="0">
              <a:solidFill>
                <a:srgbClr val="00FF00"/>
              </a:solidFill>
              <a:latin typeface="Courier"/>
              <a:ea typeface="Courier"/>
              <a:cs typeface="Courier"/>
              <a:sym typeface="Courier New"/>
            </a:endParaRPr>
          </a:p>
          <a:p>
            <a:pPr marL="0" marR="0" lvl="0" indent="0" algn="l" rtl="0">
              <a:lnSpc>
                <a:spcPct val="100000"/>
              </a:lnSpc>
              <a:spcBef>
                <a:spcPts val="0"/>
              </a:spcBef>
              <a:spcAft>
                <a:spcPts val="0"/>
              </a:spcAft>
              <a:buClr>
                <a:srgbClr val="FF7F00"/>
              </a:buClr>
              <a:buSzPct val="25000"/>
              <a:buFont typeface="Cabin"/>
              <a:buNone/>
            </a:pPr>
            <a:r>
              <a:rPr lang="en-US" sz="3000" i="0" u="none" strike="noStrike" cap="none" dirty="0">
                <a:solidFill>
                  <a:srgbClr val="FF9900"/>
                </a:solidFill>
                <a:latin typeface="Courier"/>
                <a:ea typeface="Courier"/>
                <a:cs typeface="Courier"/>
                <a:sym typeface="Courier New"/>
              </a:rPr>
              <a:t>print('All done')</a:t>
            </a:r>
          </a:p>
        </p:txBody>
      </p:sp>
      <p:sp>
        <p:nvSpPr>
          <p:cNvPr id="576" name="Shape 576"/>
          <p:cNvSpPr txBox="1"/>
          <p:nvPr/>
        </p:nvSpPr>
        <p:spPr>
          <a:xfrm>
            <a:off x="8707420" y="1563873"/>
            <a:ext cx="6437700" cy="6177716"/>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if x &lt; 2 :</a:t>
            </a:r>
          </a:p>
          <a:p>
            <a:pPr lvl="0">
              <a:buClr>
                <a:srgbClr val="FFFF00"/>
              </a:buClr>
              <a:buSzPct val="25000"/>
            </a:pPr>
            <a:r>
              <a:rPr lang="en-US" sz="3000" i="0" u="none" strike="noStrike" cap="none" dirty="0">
                <a:solidFill>
                  <a:srgbClr val="FFFF00"/>
                </a:solidFill>
                <a:latin typeface="Courier"/>
                <a:ea typeface="Courier"/>
                <a:cs typeface="Courier"/>
                <a:sym typeface="Courier New"/>
              </a:rPr>
              <a:t>    </a:t>
            </a:r>
            <a:r>
              <a:rPr lang="en-US" sz="3000" dirty="0">
                <a:solidFill>
                  <a:srgbClr val="FFFF00"/>
                </a:solidFill>
                <a:latin typeface="Courier"/>
                <a:ea typeface="Courier"/>
                <a:cs typeface="Courier"/>
                <a:sym typeface="Courier New"/>
              </a:rPr>
              <a:t>print('Small')</a:t>
            </a:r>
            <a:endParaRPr lang="en-US" sz="30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FF00"/>
                </a:solidFill>
                <a:latin typeface="Courier"/>
                <a:ea typeface="Courier"/>
                <a:cs typeface="Courier"/>
                <a:sym typeface="Courier New"/>
              </a:rPr>
              <a:t>elif</a:t>
            </a:r>
            <a:r>
              <a:rPr lang="en-US" sz="3000" i="0" u="none" strike="noStrike" cap="none" dirty="0">
                <a:solidFill>
                  <a:srgbClr val="FFFF00"/>
                </a:solidFill>
                <a:latin typeface="Courier"/>
                <a:ea typeface="Courier"/>
                <a:cs typeface="Courier"/>
                <a:sym typeface="Courier New"/>
              </a:rPr>
              <a:t> x &lt; 10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print('Medium</a:t>
            </a:r>
            <a:r>
              <a:rPr lang="en-US" sz="3000" dirty="0">
                <a:solidFill>
                  <a:srgbClr val="FFFF00"/>
                </a:solidFill>
                <a:latin typeface="Courier"/>
                <a:ea typeface="Courier"/>
                <a:cs typeface="Courier"/>
                <a:sym typeface="Courier New"/>
              </a:rPr>
              <a:t>')</a:t>
            </a:r>
            <a:endParaRPr lang="en-US" sz="30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FF00"/>
                </a:solidFill>
                <a:latin typeface="Courier"/>
                <a:ea typeface="Courier"/>
                <a:cs typeface="Courier"/>
                <a:sym typeface="Courier New"/>
              </a:rPr>
              <a:t>elif</a:t>
            </a:r>
            <a:r>
              <a:rPr lang="en-US" sz="3000" i="0" u="none" strike="noStrike" cap="none" dirty="0">
                <a:solidFill>
                  <a:srgbClr val="FFFF00"/>
                </a:solidFill>
                <a:latin typeface="Courier"/>
                <a:ea typeface="Courier"/>
                <a:cs typeface="Courier"/>
                <a:sym typeface="Courier New"/>
              </a:rPr>
              <a:t> x &lt; 20 :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print('Big</a:t>
            </a:r>
            <a:r>
              <a:rPr lang="en-US" sz="3000" dirty="0">
                <a:solidFill>
                  <a:srgbClr val="FFFF00"/>
                </a:solidFill>
                <a:latin typeface="Courier"/>
                <a:ea typeface="Courier"/>
                <a:cs typeface="Courier"/>
                <a:sym typeface="Courier New"/>
              </a:rPr>
              <a:t>')</a:t>
            </a:r>
            <a:endParaRPr lang="en-US" sz="30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FF00"/>
                </a:solidFill>
                <a:latin typeface="Courier"/>
                <a:ea typeface="Courier"/>
                <a:cs typeface="Courier"/>
                <a:sym typeface="Courier New"/>
              </a:rPr>
              <a:t>elif</a:t>
            </a:r>
            <a:r>
              <a:rPr lang="en-US" sz="3000" i="0" u="none" strike="noStrike" cap="none" dirty="0">
                <a:solidFill>
                  <a:srgbClr val="FFFF00"/>
                </a:solidFill>
                <a:latin typeface="Courier"/>
                <a:ea typeface="Courier"/>
                <a:cs typeface="Courier"/>
                <a:sym typeface="Courier New"/>
              </a:rPr>
              <a:t> x &lt; 40 :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print('Large</a:t>
            </a:r>
            <a:r>
              <a:rPr lang="en-US" sz="3000" dirty="0">
                <a:solidFill>
                  <a:srgbClr val="FFFF00"/>
                </a:solidFill>
                <a:latin typeface="Courier"/>
                <a:ea typeface="Courier"/>
                <a:cs typeface="Courier"/>
                <a:sym typeface="Courier New"/>
              </a:rPr>
              <a:t>')</a:t>
            </a:r>
            <a:endParaRPr lang="en-US" sz="30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FF00"/>
                </a:solidFill>
                <a:latin typeface="Courier"/>
                <a:ea typeface="Courier"/>
                <a:cs typeface="Courier"/>
                <a:sym typeface="Courier New"/>
              </a:rPr>
              <a:t>elif</a:t>
            </a:r>
            <a:r>
              <a:rPr lang="en-US" sz="3000" i="0" u="none" strike="noStrike" cap="none" dirty="0">
                <a:solidFill>
                  <a:srgbClr val="FFFF00"/>
                </a:solidFill>
                <a:latin typeface="Courier"/>
                <a:ea typeface="Courier"/>
                <a:cs typeface="Courier"/>
                <a:sym typeface="Courier New"/>
              </a:rPr>
              <a:t> x &lt; 100:</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print('Huge</a:t>
            </a:r>
            <a:r>
              <a:rPr lang="en-US" sz="3000" dirty="0">
                <a:solidFill>
                  <a:srgbClr val="FFFF00"/>
                </a:solidFill>
                <a:latin typeface="Courier"/>
                <a:ea typeface="Courier"/>
                <a:cs typeface="Courier"/>
                <a:sym typeface="Courier New"/>
              </a:rPr>
              <a:t>')</a:t>
            </a:r>
            <a:endParaRPr lang="en-US" sz="30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else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print('Ginormous</a:t>
            </a:r>
            <a:r>
              <a:rPr lang="en-US" sz="3000" dirty="0">
                <a:solidFill>
                  <a:srgbClr val="FFFF00"/>
                </a:solidFill>
                <a:latin typeface="Courier"/>
                <a:ea typeface="Courier"/>
                <a:cs typeface="Courier"/>
                <a:sym typeface="Courier New"/>
              </a:rPr>
              <a:t>')</a:t>
            </a:r>
            <a:endParaRPr lang="en-US" sz="3000" i="0" u="none" strike="noStrike" cap="none" dirty="0">
              <a:solidFill>
                <a:srgbClr val="FFFF00"/>
              </a:solidFill>
              <a:latin typeface="Courier"/>
              <a:ea typeface="Courier"/>
              <a:cs typeface="Courier"/>
              <a:sym typeface="Courier New"/>
            </a:endParaRPr>
          </a:p>
        </p:txBody>
      </p:sp>
    </p:spTree>
    <p:extLst>
      <p:ext uri="{BB962C8B-B14F-4D97-AF65-F5344CB8AC3E}">
        <p14:creationId xmlns:p14="http://schemas.microsoft.com/office/powerpoint/2010/main" val="429423678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sp>
        <p:nvSpPr>
          <p:cNvPr id="581" name="Shape 581"/>
          <p:cNvSpPr txBox="1">
            <a:spLocks noGrp="1"/>
          </p:cNvSpPr>
          <p:nvPr>
            <p:ph type="title"/>
          </p:nvPr>
        </p:nvSpPr>
        <p:spPr>
          <a:xfrm>
            <a:off x="1155700" y="745588"/>
            <a:ext cx="13211175"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Multi-way Puzzles</a:t>
            </a:r>
          </a:p>
        </p:txBody>
      </p:sp>
      <p:sp>
        <p:nvSpPr>
          <p:cNvPr id="582" name="Shape 582"/>
          <p:cNvSpPr txBox="1"/>
          <p:nvPr/>
        </p:nvSpPr>
        <p:spPr>
          <a:xfrm>
            <a:off x="8677001" y="3640379"/>
            <a:ext cx="6410699" cy="4046407"/>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9900"/>
                </a:solidFill>
                <a:latin typeface="Courier"/>
                <a:ea typeface="Courier"/>
                <a:cs typeface="Courier"/>
                <a:sym typeface="Courier New"/>
              </a:rPr>
              <a:t>if x &lt; 2 :</a:t>
            </a:r>
          </a:p>
          <a:p>
            <a:pPr lvl="0">
              <a:buClr>
                <a:srgbClr val="FFFF00"/>
              </a:buClr>
              <a:buSzPct val="25000"/>
            </a:pPr>
            <a:r>
              <a:rPr lang="en-US" sz="3000" i="0" u="none" strike="noStrike" cap="none" dirty="0">
                <a:solidFill>
                  <a:srgbClr val="FF9900"/>
                </a:solidFill>
                <a:latin typeface="Courier"/>
                <a:ea typeface="Courier"/>
                <a:cs typeface="Courier"/>
                <a:sym typeface="Courier New"/>
              </a:rPr>
              <a:t>    </a:t>
            </a:r>
            <a:r>
              <a:rPr lang="en-US" sz="3000" dirty="0">
                <a:solidFill>
                  <a:srgbClr val="FF9900"/>
                </a:solidFill>
                <a:latin typeface="Courier"/>
                <a:ea typeface="Courier"/>
                <a:cs typeface="Courier"/>
                <a:sym typeface="Courier New"/>
              </a:rPr>
              <a:t>print('Below 2')</a:t>
            </a:r>
            <a:endParaRPr lang="en-US" sz="3000" i="0" u="none" strike="noStrike" cap="none" dirty="0">
              <a:solidFill>
                <a:srgbClr val="FF99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9900"/>
                </a:solidFill>
                <a:latin typeface="Courier"/>
                <a:ea typeface="Courier"/>
                <a:cs typeface="Courier"/>
                <a:sym typeface="Courier New"/>
              </a:rPr>
              <a:t>elif</a:t>
            </a:r>
            <a:r>
              <a:rPr lang="en-US" sz="3000" i="0" u="none" strike="noStrike" cap="none" dirty="0">
                <a:solidFill>
                  <a:srgbClr val="FF9900"/>
                </a:solidFill>
                <a:latin typeface="Courier"/>
                <a:ea typeface="Courier"/>
                <a:cs typeface="Courier"/>
                <a:sym typeface="Courier New"/>
              </a:rPr>
              <a:t> x &lt; 20 :</a:t>
            </a:r>
          </a:p>
          <a:p>
            <a:pPr lvl="0">
              <a:buClr>
                <a:srgbClr val="FFFF00"/>
              </a:buClr>
              <a:buSzPct val="25000"/>
            </a:pPr>
            <a:r>
              <a:rPr lang="en-US" sz="3000" i="0" u="none" strike="noStrike" cap="none" dirty="0">
                <a:solidFill>
                  <a:srgbClr val="FF9900"/>
                </a:solidFill>
                <a:latin typeface="Courier"/>
                <a:ea typeface="Courier"/>
                <a:cs typeface="Courier"/>
                <a:sym typeface="Courier New"/>
              </a:rPr>
              <a:t>    print('Below 20</a:t>
            </a:r>
            <a:r>
              <a:rPr lang="en-US" sz="3000" dirty="0">
                <a:solidFill>
                  <a:srgbClr val="FF9900"/>
                </a:solidFill>
                <a:latin typeface="Courier"/>
                <a:ea typeface="Courier"/>
                <a:cs typeface="Courier"/>
                <a:sym typeface="Courier New"/>
              </a:rPr>
              <a:t>')</a:t>
            </a:r>
            <a:endParaRPr lang="en-US" sz="3000" i="0" u="none" strike="noStrike" cap="none" dirty="0">
              <a:solidFill>
                <a:srgbClr val="FF99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9900"/>
                </a:solidFill>
                <a:latin typeface="Courier"/>
                <a:ea typeface="Courier"/>
                <a:cs typeface="Courier"/>
                <a:sym typeface="Courier New"/>
              </a:rPr>
              <a:t>elif</a:t>
            </a:r>
            <a:r>
              <a:rPr lang="en-US" sz="3000" i="0" u="none" strike="noStrike" cap="none" dirty="0">
                <a:solidFill>
                  <a:srgbClr val="FF9900"/>
                </a:solidFill>
                <a:latin typeface="Courier"/>
                <a:ea typeface="Courier"/>
                <a:cs typeface="Courier"/>
                <a:sym typeface="Courier New"/>
              </a:rPr>
              <a:t> x &lt; 10 : </a:t>
            </a:r>
          </a:p>
          <a:p>
            <a:pPr lvl="0">
              <a:buClr>
                <a:srgbClr val="FFFF00"/>
              </a:buClr>
              <a:buSzPct val="25000"/>
            </a:pPr>
            <a:r>
              <a:rPr lang="en-US" sz="3000" i="0" u="none" strike="noStrike" cap="none" dirty="0">
                <a:solidFill>
                  <a:srgbClr val="FF9900"/>
                </a:solidFill>
                <a:latin typeface="Courier"/>
                <a:ea typeface="Courier"/>
                <a:cs typeface="Courier"/>
                <a:sym typeface="Courier New"/>
              </a:rPr>
              <a:t>    print('Below 10</a:t>
            </a:r>
            <a:r>
              <a:rPr lang="en-US" sz="3000" dirty="0">
                <a:solidFill>
                  <a:srgbClr val="FF9900"/>
                </a:solidFill>
                <a:latin typeface="Courier"/>
                <a:ea typeface="Courier"/>
                <a:cs typeface="Courier"/>
                <a:sym typeface="Courier New"/>
              </a:rPr>
              <a:t>')</a:t>
            </a:r>
            <a:endParaRPr lang="en-US" sz="3000" i="0" u="none" strike="noStrike" cap="none" dirty="0">
              <a:solidFill>
                <a:srgbClr val="FF99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9900"/>
                </a:solidFill>
                <a:latin typeface="Courier"/>
                <a:ea typeface="Courier"/>
                <a:cs typeface="Courier"/>
                <a:sym typeface="Courier New"/>
              </a:rPr>
              <a:t>else :</a:t>
            </a:r>
          </a:p>
          <a:p>
            <a:pPr lvl="0">
              <a:buClr>
                <a:srgbClr val="FFFF00"/>
              </a:buClr>
              <a:buSzPct val="25000"/>
            </a:pPr>
            <a:r>
              <a:rPr lang="en-US" sz="3000" i="0" u="none" strike="noStrike" cap="none" dirty="0">
                <a:solidFill>
                  <a:srgbClr val="FF9900"/>
                </a:solidFill>
                <a:latin typeface="Courier"/>
                <a:ea typeface="Courier"/>
                <a:cs typeface="Courier"/>
                <a:sym typeface="Courier New"/>
              </a:rPr>
              <a:t>    print('Something </a:t>
            </a:r>
            <a:r>
              <a:rPr lang="en-US" sz="3000" dirty="0">
                <a:solidFill>
                  <a:srgbClr val="FF9900"/>
                </a:solidFill>
                <a:latin typeface="Courier"/>
                <a:ea typeface="Courier"/>
                <a:cs typeface="Courier"/>
                <a:sym typeface="Courier New"/>
              </a:rPr>
              <a:t>else')</a:t>
            </a:r>
            <a:endParaRPr lang="en-US" sz="3000" i="0" u="none" strike="noStrike" cap="none" dirty="0">
              <a:solidFill>
                <a:srgbClr val="FF9900"/>
              </a:solidFill>
              <a:latin typeface="Courier"/>
              <a:ea typeface="Courier"/>
              <a:cs typeface="Courier"/>
              <a:sym typeface="Courier New"/>
            </a:endParaRPr>
          </a:p>
        </p:txBody>
      </p:sp>
      <p:sp>
        <p:nvSpPr>
          <p:cNvPr id="583" name="Shape 583"/>
          <p:cNvSpPr txBox="1"/>
          <p:nvPr/>
        </p:nvSpPr>
        <p:spPr>
          <a:xfrm>
            <a:off x="1404925" y="4496066"/>
            <a:ext cx="6554852" cy="3220907"/>
          </a:xfrm>
          <a:prstGeom prst="rect">
            <a:avLst/>
          </a:prstGeom>
          <a:noFill/>
          <a:ln>
            <a:noFill/>
          </a:ln>
        </p:spPr>
        <p:txBody>
          <a:bodyPr lIns="0" tIns="0" rIns="0" bIns="0" anchor="ctr" anchorCtr="0">
            <a:noAutofit/>
          </a:bodyPr>
          <a:lstStyle/>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if x &lt; 2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print('Below 2</a:t>
            </a:r>
            <a:r>
              <a:rPr lang="en-US" sz="3000" dirty="0">
                <a:solidFill>
                  <a:srgbClr val="FFFF00"/>
                </a:solidFill>
                <a:latin typeface="Courier"/>
                <a:ea typeface="Courier"/>
                <a:cs typeface="Courier"/>
                <a:sym typeface="Courier New"/>
              </a:rPr>
              <a:t>')</a:t>
            </a:r>
            <a:endParaRPr lang="en-US" sz="30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err="1">
                <a:solidFill>
                  <a:srgbClr val="FFFF00"/>
                </a:solidFill>
                <a:latin typeface="Courier"/>
                <a:ea typeface="Courier"/>
                <a:cs typeface="Courier"/>
                <a:sym typeface="Courier New"/>
              </a:rPr>
              <a:t>elif</a:t>
            </a:r>
            <a:r>
              <a:rPr lang="en-US" sz="3000" i="0" u="none" strike="noStrike" cap="none" dirty="0">
                <a:solidFill>
                  <a:srgbClr val="FFFF00"/>
                </a:solidFill>
                <a:latin typeface="Courier"/>
                <a:ea typeface="Courier"/>
                <a:cs typeface="Courier"/>
                <a:sym typeface="Courier New"/>
              </a:rPr>
              <a:t> x &gt;= 2 :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print('Two or more</a:t>
            </a:r>
            <a:r>
              <a:rPr lang="en-US" sz="3000" dirty="0">
                <a:solidFill>
                  <a:srgbClr val="FFFF00"/>
                </a:solidFill>
                <a:latin typeface="Courier"/>
                <a:ea typeface="Courier"/>
                <a:cs typeface="Courier"/>
                <a:sym typeface="Courier New"/>
              </a:rPr>
              <a:t>')</a:t>
            </a:r>
            <a:endParaRPr lang="en-US" sz="3000" i="0" u="none" strike="noStrike" cap="none" dirty="0">
              <a:solidFill>
                <a:srgbClr val="FFFF00"/>
              </a:solidFill>
              <a:latin typeface="Courier"/>
              <a:ea typeface="Courier"/>
              <a:cs typeface="Courier"/>
              <a:sym typeface="Courier New"/>
            </a:endParaRPr>
          </a:p>
          <a:p>
            <a:pPr marL="0" marR="0" lvl="0" indent="0" algn="l" rtl="0">
              <a:lnSpc>
                <a:spcPct val="100000"/>
              </a:lnSpc>
              <a:spcBef>
                <a:spcPts val="0"/>
              </a:spcBef>
              <a:spcAft>
                <a:spcPts val="0"/>
              </a:spcAft>
              <a:buClr>
                <a:srgbClr val="FFFF00"/>
              </a:buClr>
              <a:buSzPct val="25000"/>
              <a:buFont typeface="Cabin"/>
              <a:buNone/>
            </a:pPr>
            <a:r>
              <a:rPr lang="en-US" sz="3000" i="0" u="none" strike="noStrike" cap="none" dirty="0">
                <a:solidFill>
                  <a:srgbClr val="FFFF00"/>
                </a:solidFill>
                <a:latin typeface="Courier"/>
                <a:ea typeface="Courier"/>
                <a:cs typeface="Courier"/>
                <a:sym typeface="Courier New"/>
              </a:rPr>
              <a:t>else :</a:t>
            </a:r>
          </a:p>
          <a:p>
            <a:pPr lvl="0">
              <a:buClr>
                <a:srgbClr val="FFFF00"/>
              </a:buClr>
              <a:buSzPct val="25000"/>
            </a:pPr>
            <a:r>
              <a:rPr lang="en-US" sz="3000" i="0" u="none" strike="noStrike" cap="none" dirty="0">
                <a:solidFill>
                  <a:srgbClr val="FFFF00"/>
                </a:solidFill>
                <a:latin typeface="Courier"/>
                <a:ea typeface="Courier"/>
                <a:cs typeface="Courier"/>
                <a:sym typeface="Courier New"/>
              </a:rPr>
              <a:t>    print('Something else</a:t>
            </a:r>
            <a:r>
              <a:rPr lang="en-US" sz="3000" dirty="0">
                <a:solidFill>
                  <a:srgbClr val="FFFF00"/>
                </a:solidFill>
                <a:latin typeface="Courier"/>
                <a:ea typeface="Courier"/>
                <a:cs typeface="Courier"/>
                <a:sym typeface="Courier New"/>
              </a:rPr>
              <a:t>'</a:t>
            </a:r>
            <a:r>
              <a:rPr lang="en-US" sz="3000" b="1" dirty="0">
                <a:solidFill>
                  <a:srgbClr val="FFFF00"/>
                </a:solidFill>
                <a:latin typeface="Courier"/>
                <a:ea typeface="Courier"/>
                <a:cs typeface="Courier"/>
                <a:sym typeface="Courier New"/>
              </a:rPr>
              <a:t>)</a:t>
            </a:r>
            <a:endParaRPr lang="en-US" sz="3000" b="1" i="0" u="none" strike="noStrike" cap="none" dirty="0">
              <a:solidFill>
                <a:srgbClr val="FFFF00"/>
              </a:solidFill>
              <a:latin typeface="Courier"/>
              <a:ea typeface="Courier"/>
              <a:cs typeface="Courier"/>
              <a:sym typeface="Courier New"/>
            </a:endParaRPr>
          </a:p>
        </p:txBody>
      </p:sp>
      <p:sp>
        <p:nvSpPr>
          <p:cNvPr id="584" name="Shape 584"/>
          <p:cNvSpPr txBox="1"/>
          <p:nvPr/>
        </p:nvSpPr>
        <p:spPr>
          <a:xfrm>
            <a:off x="925250" y="2981784"/>
            <a:ext cx="6429707" cy="968374"/>
          </a:xfrm>
          <a:prstGeom prst="rect">
            <a:avLst/>
          </a:prstGeom>
          <a:noFill/>
          <a:ln>
            <a:noFill/>
          </a:ln>
        </p:spPr>
        <p:txBody>
          <a:bodyPr lIns="0" tIns="0" rIns="0" bIns="0" anchor="ctr" anchorCtr="0">
            <a:noAutofit/>
          </a:bodyPr>
          <a:lstStyle/>
          <a:p>
            <a:pPr marL="0" marR="0" lvl="0" indent="0" algn="ctr" rtl="0">
              <a:lnSpc>
                <a:spcPct val="100000"/>
              </a:lnSpc>
              <a:spcBef>
                <a:spcPts val="0"/>
              </a:spcBef>
              <a:spcAft>
                <a:spcPts val="0"/>
              </a:spcAft>
              <a:buClr>
                <a:schemeClr val="lt1"/>
              </a:buClr>
              <a:buSzPct val="25000"/>
              <a:buFont typeface="Cabin"/>
              <a:buNone/>
            </a:pPr>
            <a:r>
              <a:rPr lang="en-US" sz="3600" u="none" strike="noStrike" cap="none" dirty="0">
                <a:solidFill>
                  <a:srgbClr val="00FF00"/>
                </a:solidFill>
                <a:latin typeface="Arial" charset="0"/>
                <a:ea typeface="Arial" charset="0"/>
                <a:cs typeface="Arial" charset="0"/>
                <a:sym typeface="Cabin"/>
              </a:rPr>
              <a:t>Which will never print regardless of the value for x?</a:t>
            </a:r>
          </a:p>
        </p:txBody>
      </p:sp>
    </p:spTree>
    <p:extLst>
      <p:ext uri="{BB962C8B-B14F-4D97-AF65-F5344CB8AC3E}">
        <p14:creationId xmlns:p14="http://schemas.microsoft.com/office/powerpoint/2010/main" val="91568888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580"/>
        <p:cNvGrpSpPr/>
        <p:nvPr/>
      </p:nvGrpSpPr>
      <p:grpSpPr>
        <a:xfrm>
          <a:off x="0" y="0"/>
          <a:ext cx="0" cy="0"/>
          <a:chOff x="0" y="0"/>
          <a:chExt cx="0" cy="0"/>
        </a:xfrm>
      </p:grpSpPr>
      <p:sp>
        <p:nvSpPr>
          <p:cNvPr id="581" name="Shape 581"/>
          <p:cNvSpPr txBox="1">
            <a:spLocks noGrp="1"/>
          </p:cNvSpPr>
          <p:nvPr>
            <p:ph type="title"/>
          </p:nvPr>
        </p:nvSpPr>
        <p:spPr>
          <a:xfrm>
            <a:off x="1460500" y="322255"/>
            <a:ext cx="13211175"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FF00"/>
              </a:buClr>
              <a:buSzPct val="25000"/>
              <a:buFont typeface="Cabin"/>
              <a:buNone/>
            </a:pPr>
            <a:r>
              <a:rPr lang="en-US" sz="7600" u="none" strike="noStrike" cap="none" dirty="0">
                <a:solidFill>
                  <a:srgbClr val="FFD966"/>
                </a:solidFill>
                <a:latin typeface="Arial" charset="0"/>
                <a:ea typeface="Arial" charset="0"/>
                <a:cs typeface="Arial" charset="0"/>
                <a:sym typeface="Cabin"/>
              </a:rPr>
              <a:t>Code Break!</a:t>
            </a:r>
          </a:p>
        </p:txBody>
      </p:sp>
      <p:sp>
        <p:nvSpPr>
          <p:cNvPr id="2" name="TextBox 1">
            <a:extLst>
              <a:ext uri="{FF2B5EF4-FFF2-40B4-BE49-F238E27FC236}">
                <a16:creationId xmlns:a16="http://schemas.microsoft.com/office/drawing/2014/main" id="{65282C30-8830-B04A-B24C-563A1355F714}"/>
              </a:ext>
            </a:extLst>
          </p:cNvPr>
          <p:cNvSpPr txBox="1"/>
          <p:nvPr/>
        </p:nvSpPr>
        <p:spPr>
          <a:xfrm>
            <a:off x="897466" y="3556000"/>
            <a:ext cx="14139333" cy="3323987"/>
          </a:xfrm>
          <a:prstGeom prst="rect">
            <a:avLst/>
          </a:prstGeom>
          <a:noFill/>
        </p:spPr>
        <p:txBody>
          <a:bodyPr wrap="square" rtlCol="0">
            <a:spAutoFit/>
          </a:bodyPr>
          <a:lstStyle/>
          <a:p>
            <a:r>
              <a:rPr lang="en-US" sz="3000" dirty="0">
                <a:solidFill>
                  <a:schemeClr val="bg1"/>
                </a:solidFill>
              </a:rPr>
              <a:t>Let’s test your if/</a:t>
            </a:r>
            <a:r>
              <a:rPr lang="en-US" sz="3000" dirty="0" err="1">
                <a:solidFill>
                  <a:schemeClr val="bg1"/>
                </a:solidFill>
              </a:rPr>
              <a:t>elif</a:t>
            </a:r>
            <a:r>
              <a:rPr lang="en-US" sz="3000" dirty="0">
                <a:solidFill>
                  <a:schemeClr val="bg1"/>
                </a:solidFill>
              </a:rPr>
              <a:t>/else skills! Write the following program:</a:t>
            </a:r>
          </a:p>
          <a:p>
            <a:endParaRPr lang="en-US" sz="3000" dirty="0">
              <a:solidFill>
                <a:schemeClr val="bg1"/>
              </a:solidFill>
            </a:endParaRPr>
          </a:p>
          <a:p>
            <a:pPr marL="457200" indent="-457200">
              <a:buFont typeface="Arial" panose="020B0604020202020204" pitchFamily="34" charset="0"/>
              <a:buChar char="•"/>
            </a:pPr>
            <a:r>
              <a:rPr lang="en-US" sz="3000" dirty="0">
                <a:solidFill>
                  <a:schemeClr val="bg1"/>
                </a:solidFill>
              </a:rPr>
              <a:t>Ask the user for their height in centimeters (cm)</a:t>
            </a:r>
          </a:p>
          <a:p>
            <a:pPr marL="457200" indent="-457200">
              <a:buFont typeface="Arial" panose="020B0604020202020204" pitchFamily="34" charset="0"/>
              <a:buChar char="•"/>
            </a:pPr>
            <a:r>
              <a:rPr lang="en-US" sz="3000" dirty="0">
                <a:solidFill>
                  <a:schemeClr val="bg1"/>
                </a:solidFill>
              </a:rPr>
              <a:t>If the user’s height is less than 150 cm, print “You are short”</a:t>
            </a:r>
          </a:p>
          <a:p>
            <a:pPr marL="457200" indent="-457200">
              <a:buFont typeface="Arial" panose="020B0604020202020204" pitchFamily="34" charset="0"/>
              <a:buChar char="•"/>
            </a:pPr>
            <a:r>
              <a:rPr lang="en-US" sz="3000" dirty="0">
                <a:solidFill>
                  <a:schemeClr val="bg1"/>
                </a:solidFill>
              </a:rPr>
              <a:t>If the user’s height is less than 160 cm, print “You are average”</a:t>
            </a:r>
          </a:p>
          <a:p>
            <a:pPr marL="457200" indent="-457200">
              <a:buFont typeface="Arial" panose="020B0604020202020204" pitchFamily="34" charset="0"/>
              <a:buChar char="•"/>
            </a:pPr>
            <a:r>
              <a:rPr lang="en-US" sz="3000" dirty="0">
                <a:solidFill>
                  <a:schemeClr val="bg1"/>
                </a:solidFill>
              </a:rPr>
              <a:t>If the user is taller than 180 cm, print “You are Yao Ming!”</a:t>
            </a:r>
          </a:p>
          <a:p>
            <a:pPr marL="457200" indent="-457200">
              <a:buFont typeface="Arial" panose="020B0604020202020204" pitchFamily="34" charset="0"/>
              <a:buChar char="•"/>
            </a:pPr>
            <a:r>
              <a:rPr lang="en-US" sz="3000" dirty="0">
                <a:solidFill>
                  <a:schemeClr val="bg1"/>
                </a:solidFill>
              </a:rPr>
              <a:t>If the user is taller than 190 cm, print “You are a giant!”</a:t>
            </a:r>
          </a:p>
        </p:txBody>
      </p:sp>
      <p:sp>
        <p:nvSpPr>
          <p:cNvPr id="3" name="TextBox 2">
            <a:extLst>
              <a:ext uri="{FF2B5EF4-FFF2-40B4-BE49-F238E27FC236}">
                <a16:creationId xmlns:a16="http://schemas.microsoft.com/office/drawing/2014/main" id="{906F0B78-8A0A-7447-A59F-763C89D7A4A4}"/>
              </a:ext>
            </a:extLst>
          </p:cNvPr>
          <p:cNvSpPr txBox="1"/>
          <p:nvPr/>
        </p:nvSpPr>
        <p:spPr>
          <a:xfrm>
            <a:off x="897466" y="7549979"/>
            <a:ext cx="13140267" cy="769441"/>
          </a:xfrm>
          <a:prstGeom prst="rect">
            <a:avLst/>
          </a:prstGeom>
          <a:noFill/>
        </p:spPr>
        <p:txBody>
          <a:bodyPr wrap="square" rtlCol="0">
            <a:spAutoFit/>
          </a:bodyPr>
          <a:lstStyle/>
          <a:p>
            <a:r>
              <a:rPr lang="en-US" sz="2200" dirty="0">
                <a:solidFill>
                  <a:srgbClr val="29FD2F"/>
                </a:solidFill>
              </a:rPr>
              <a:t>There are many ways to do this…see what you can come up with! For a fun challenge, try to make your program as short as possible, then try to make it as long as possible!</a:t>
            </a:r>
          </a:p>
        </p:txBody>
      </p:sp>
    </p:spTree>
    <p:extLst>
      <p:ext uri="{BB962C8B-B14F-4D97-AF65-F5344CB8AC3E}">
        <p14:creationId xmlns:p14="http://schemas.microsoft.com/office/powerpoint/2010/main" val="377554003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Shape 688"/>
          <p:cNvSpPr txBox="1">
            <a:spLocks noGrp="1"/>
          </p:cNvSpPr>
          <p:nvPr>
            <p:ph type="title"/>
          </p:nvPr>
        </p:nvSpPr>
        <p:spPr>
          <a:xfrm>
            <a:off x="1562100" y="694788"/>
            <a:ext cx="13258800"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7600" u="none" strike="noStrike" cap="none" dirty="0">
                <a:solidFill>
                  <a:srgbClr val="FFD966"/>
                </a:solidFill>
                <a:latin typeface="Arial" charset="0"/>
                <a:ea typeface="Arial" charset="0"/>
                <a:cs typeface="Arial" charset="0"/>
                <a:sym typeface="Cabin"/>
              </a:rPr>
              <a:t>Code Break!</a:t>
            </a:r>
          </a:p>
        </p:txBody>
      </p:sp>
      <p:sp>
        <p:nvSpPr>
          <p:cNvPr id="6" name="TextBox 5">
            <a:extLst>
              <a:ext uri="{FF2B5EF4-FFF2-40B4-BE49-F238E27FC236}">
                <a16:creationId xmlns:a16="http://schemas.microsoft.com/office/drawing/2014/main" id="{B7B96E0A-848E-E145-9E2F-5926C4ED9DE1}"/>
              </a:ext>
            </a:extLst>
          </p:cNvPr>
          <p:cNvSpPr txBox="1"/>
          <p:nvPr/>
        </p:nvSpPr>
        <p:spPr>
          <a:xfrm>
            <a:off x="1562100" y="3014134"/>
            <a:ext cx="12771967" cy="4247317"/>
          </a:xfrm>
          <a:prstGeom prst="rect">
            <a:avLst/>
          </a:prstGeom>
          <a:noFill/>
        </p:spPr>
        <p:txBody>
          <a:bodyPr wrap="square" rtlCol="0">
            <a:spAutoFit/>
          </a:bodyPr>
          <a:lstStyle/>
          <a:p>
            <a:r>
              <a:rPr lang="en-US" sz="3000" dirty="0">
                <a:solidFill>
                  <a:schemeClr val="bg1"/>
                </a:solidFill>
              </a:rPr>
              <a:t>You already wrote a program which can ask the user how old they are. Since input() returns a </a:t>
            </a:r>
            <a:r>
              <a:rPr lang="en-US" sz="3000" dirty="0">
                <a:solidFill>
                  <a:srgbClr val="29FD2F"/>
                </a:solidFill>
              </a:rPr>
              <a:t>string</a:t>
            </a:r>
            <a:r>
              <a:rPr lang="en-US" sz="3000" dirty="0">
                <a:solidFill>
                  <a:schemeClr val="bg1"/>
                </a:solidFill>
              </a:rPr>
              <a:t>, you have to have a line in your program that looks like this to convert the user’s age to a number:</a:t>
            </a:r>
          </a:p>
          <a:p>
            <a:endParaRPr lang="en-US" sz="3000" dirty="0">
              <a:solidFill>
                <a:schemeClr val="bg1"/>
              </a:solidFill>
            </a:endParaRPr>
          </a:p>
          <a:p>
            <a:r>
              <a:rPr lang="en-US" sz="3000" dirty="0">
                <a:solidFill>
                  <a:schemeClr val="bg1"/>
                </a:solidFill>
              </a:rPr>
              <a:t>age = </a:t>
            </a:r>
            <a:r>
              <a:rPr lang="en-US" sz="3000" dirty="0" err="1">
                <a:solidFill>
                  <a:schemeClr val="bg1"/>
                </a:solidFill>
              </a:rPr>
              <a:t>int</a:t>
            </a:r>
            <a:r>
              <a:rPr lang="en-US" sz="3000" dirty="0">
                <a:solidFill>
                  <a:schemeClr val="bg1"/>
                </a:solidFill>
              </a:rPr>
              <a:t>(age)</a:t>
            </a:r>
          </a:p>
          <a:p>
            <a:endParaRPr lang="en-US" sz="3000" dirty="0">
              <a:solidFill>
                <a:schemeClr val="bg1"/>
              </a:solidFill>
            </a:endParaRPr>
          </a:p>
          <a:p>
            <a:r>
              <a:rPr lang="en-US" sz="3000" dirty="0">
                <a:solidFill>
                  <a:schemeClr val="bg1"/>
                </a:solidFill>
              </a:rPr>
              <a:t>But what happens to your program if the user puts in “fifteen”? Use try/except to improve your program. If the user does not enter a number, print out “Sorry, try again. You can only input numbers like 33 or 28.” </a:t>
            </a:r>
          </a:p>
        </p:txBody>
      </p:sp>
    </p:spTree>
    <p:extLst>
      <p:ext uri="{BB962C8B-B14F-4D97-AF65-F5344CB8AC3E}">
        <p14:creationId xmlns:p14="http://schemas.microsoft.com/office/powerpoint/2010/main" val="377864965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Shape 688"/>
          <p:cNvSpPr txBox="1">
            <a:spLocks noGrp="1"/>
          </p:cNvSpPr>
          <p:nvPr>
            <p:ph type="title"/>
          </p:nvPr>
        </p:nvSpPr>
        <p:spPr>
          <a:xfrm>
            <a:off x="1155700" y="745588"/>
            <a:ext cx="13258800"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7600" u="none" strike="noStrike" cap="none" dirty="0">
                <a:solidFill>
                  <a:srgbClr val="FFD966"/>
                </a:solidFill>
                <a:latin typeface="Arial" charset="0"/>
                <a:ea typeface="Arial" charset="0"/>
                <a:cs typeface="Arial" charset="0"/>
                <a:sym typeface="Cabin"/>
              </a:rPr>
              <a:t>Summary</a:t>
            </a:r>
          </a:p>
        </p:txBody>
      </p:sp>
      <p:sp>
        <p:nvSpPr>
          <p:cNvPr id="689" name="Shape 689"/>
          <p:cNvSpPr txBox="1">
            <a:spLocks noGrp="1"/>
          </p:cNvSpPr>
          <p:nvPr>
            <p:ph type="body" idx="1"/>
          </p:nvPr>
        </p:nvSpPr>
        <p:spPr>
          <a:xfrm>
            <a:off x="1155700" y="2945058"/>
            <a:ext cx="13932000" cy="4705644"/>
          </a:xfrm>
          <a:prstGeom prst="rect">
            <a:avLst/>
          </a:prstGeom>
          <a:noFill/>
          <a:ln>
            <a:noFill/>
          </a:ln>
        </p:spPr>
        <p:txBody>
          <a:bodyPr lIns="38100" tIns="38100" rIns="38100" bIns="38100" anchor="t" anchorCtr="0">
            <a:noAutofit/>
          </a:bodyPr>
          <a:lstStyle/>
          <a:p>
            <a:pPr marL="685800" marR="0" lvl="0" indent="-437896" algn="l" rtl="0">
              <a:lnSpc>
                <a:spcPct val="8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Comparison operators  </a:t>
            </a:r>
            <a:br>
              <a:rPr lang="en-US" sz="3600" u="none" strike="noStrike" cap="none" dirty="0">
                <a:solidFill>
                  <a:schemeClr val="lt1"/>
                </a:solidFill>
                <a:latin typeface="Arial" charset="0"/>
                <a:ea typeface="Arial" charset="0"/>
                <a:cs typeface="Arial" charset="0"/>
                <a:sym typeface="Cabin"/>
              </a:rPr>
            </a:br>
            <a:r>
              <a:rPr lang="en-US" sz="3600" u="none" strike="noStrike" cap="none" dirty="0">
                <a:solidFill>
                  <a:srgbClr val="00FFFF"/>
                </a:solidFill>
                <a:latin typeface="Arial" charset="0"/>
                <a:ea typeface="Arial" charset="0"/>
                <a:cs typeface="Arial" charset="0"/>
                <a:sym typeface="Cabin"/>
              </a:rPr>
              <a:t>==   &lt;=   &gt;=   &gt;   &lt;   !=</a:t>
            </a:r>
          </a:p>
          <a:p>
            <a:pPr marL="685800" marR="0" lvl="0" indent="-437896" algn="l" rtl="0">
              <a:lnSpc>
                <a:spcPct val="8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Indentation</a:t>
            </a:r>
          </a:p>
          <a:p>
            <a:pPr marL="685800" marR="0" lvl="0" indent="-437896" algn="l" rtl="0">
              <a:lnSpc>
                <a:spcPct val="8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One</a:t>
            </a:r>
            <a:r>
              <a:rPr lang="en-US" sz="3600" dirty="0">
                <a:solidFill>
                  <a:schemeClr val="lt1"/>
                </a:solidFill>
                <a:latin typeface="Arial" charset="0"/>
                <a:ea typeface="Arial" charset="0"/>
                <a:cs typeface="Arial" charset="0"/>
                <a:sym typeface="Cabin"/>
              </a:rPr>
              <a:t>-w</a:t>
            </a:r>
            <a:r>
              <a:rPr lang="en-US" sz="3600" u="none" strike="noStrike" cap="none" dirty="0">
                <a:solidFill>
                  <a:schemeClr val="lt1"/>
                </a:solidFill>
                <a:latin typeface="Arial" charset="0"/>
                <a:ea typeface="Arial" charset="0"/>
                <a:cs typeface="Arial" charset="0"/>
                <a:sym typeface="Cabin"/>
              </a:rPr>
              <a:t>ay Decision</a:t>
            </a:r>
            <a:r>
              <a:rPr lang="en-US" sz="3600" dirty="0">
                <a:solidFill>
                  <a:schemeClr val="lt1"/>
                </a:solidFill>
                <a:latin typeface="Arial" charset="0"/>
                <a:ea typeface="Arial" charset="0"/>
                <a:cs typeface="Arial" charset="0"/>
                <a:sym typeface="Cabin"/>
              </a:rPr>
              <a:t>s</a:t>
            </a:r>
          </a:p>
          <a:p>
            <a:pPr marL="685800" marR="0" lvl="0" indent="-437896" algn="l" rtl="0">
              <a:lnSpc>
                <a:spcPct val="80000"/>
              </a:lnSpc>
              <a:spcBef>
                <a:spcPts val="3500"/>
              </a:spcBef>
              <a:spcAft>
                <a:spcPts val="0"/>
              </a:spcAft>
              <a:buClr>
                <a:schemeClr val="lt1"/>
              </a:buClr>
              <a:buSzPct val="100000"/>
              <a:buFont typeface="Cabin"/>
              <a:buChar char="•"/>
            </a:pPr>
            <a:r>
              <a:rPr lang="en-US" sz="3600" dirty="0">
                <a:solidFill>
                  <a:schemeClr val="lt1"/>
                </a:solidFill>
                <a:latin typeface="Arial" charset="0"/>
                <a:ea typeface="Arial" charset="0"/>
                <a:cs typeface="Arial" charset="0"/>
                <a:sym typeface="Cabin"/>
              </a:rPr>
              <a:t>Two-way decisions:</a:t>
            </a:r>
            <a:br>
              <a:rPr lang="en-US" sz="3600" dirty="0">
                <a:solidFill>
                  <a:schemeClr val="lt1"/>
                </a:solidFill>
                <a:latin typeface="Arial" charset="0"/>
                <a:ea typeface="Arial" charset="0"/>
                <a:cs typeface="Arial" charset="0"/>
                <a:sym typeface="Cabin"/>
              </a:rPr>
            </a:br>
            <a:r>
              <a:rPr lang="en-US" sz="3600" dirty="0">
                <a:solidFill>
                  <a:srgbClr val="00FF00"/>
                </a:solidFill>
                <a:latin typeface="Arial" charset="0"/>
                <a:ea typeface="Arial" charset="0"/>
                <a:cs typeface="Arial" charset="0"/>
                <a:sym typeface="Cabin"/>
              </a:rPr>
              <a:t>if:</a:t>
            </a:r>
            <a:r>
              <a:rPr lang="en-US" sz="3600" dirty="0">
                <a:solidFill>
                  <a:schemeClr val="lt1"/>
                </a:solidFill>
                <a:latin typeface="Arial" charset="0"/>
                <a:ea typeface="Arial" charset="0"/>
                <a:cs typeface="Arial" charset="0"/>
                <a:sym typeface="Cabin"/>
              </a:rPr>
              <a:t>  and  </a:t>
            </a:r>
            <a:r>
              <a:rPr lang="en-US" sz="3600" dirty="0">
                <a:solidFill>
                  <a:srgbClr val="00FF00"/>
                </a:solidFill>
                <a:latin typeface="Arial" charset="0"/>
                <a:ea typeface="Arial" charset="0"/>
                <a:cs typeface="Arial" charset="0"/>
                <a:sym typeface="Cabin"/>
              </a:rPr>
              <a:t>else:</a:t>
            </a:r>
          </a:p>
        </p:txBody>
      </p:sp>
      <p:sp>
        <p:nvSpPr>
          <p:cNvPr id="690" name="Shape 690"/>
          <p:cNvSpPr txBox="1">
            <a:spLocks noGrp="1"/>
          </p:cNvSpPr>
          <p:nvPr>
            <p:ph type="body" idx="4294967295"/>
          </p:nvPr>
        </p:nvSpPr>
        <p:spPr>
          <a:xfrm>
            <a:off x="7967691" y="2945058"/>
            <a:ext cx="7000406" cy="4782860"/>
          </a:xfrm>
          <a:prstGeom prst="rect">
            <a:avLst/>
          </a:prstGeom>
          <a:noFill/>
          <a:ln>
            <a:noFill/>
          </a:ln>
        </p:spPr>
        <p:txBody>
          <a:bodyPr lIns="38100" tIns="38100" rIns="38100" bIns="38100" anchor="t" anchorCtr="0">
            <a:noAutofit/>
          </a:bodyPr>
          <a:lstStyle/>
          <a:p>
            <a:pPr marL="685800" marR="0" lvl="0" indent="-437896" algn="l" rtl="0">
              <a:lnSpc>
                <a:spcPct val="80000"/>
              </a:lnSpc>
              <a:spcBef>
                <a:spcPts val="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Nested Decisions</a:t>
            </a:r>
          </a:p>
          <a:p>
            <a:pPr marL="685800" marR="0" lvl="0" indent="-437896" algn="l" rtl="0">
              <a:lnSpc>
                <a:spcPct val="80000"/>
              </a:lnSpc>
              <a:spcBef>
                <a:spcPts val="3500"/>
              </a:spcBef>
              <a:spcAft>
                <a:spcPts val="0"/>
              </a:spcAft>
              <a:buClr>
                <a:schemeClr val="lt1"/>
              </a:buClr>
              <a:buSzPct val="100000"/>
              <a:buFont typeface="Cabin"/>
              <a:buChar char="•"/>
            </a:pPr>
            <a:r>
              <a:rPr lang="en-US" sz="3600" u="none" strike="noStrike" cap="none" dirty="0">
                <a:solidFill>
                  <a:schemeClr val="lt1"/>
                </a:solidFill>
                <a:latin typeface="Arial" charset="0"/>
                <a:ea typeface="Arial" charset="0"/>
                <a:cs typeface="Arial" charset="0"/>
                <a:sym typeface="Cabin"/>
              </a:rPr>
              <a:t>Multi-way decisions using </a:t>
            </a:r>
            <a:r>
              <a:rPr lang="en-US" sz="3600" u="none" strike="noStrike" cap="none" dirty="0" err="1">
                <a:solidFill>
                  <a:srgbClr val="00FF00"/>
                </a:solidFill>
                <a:latin typeface="Arial" charset="0"/>
                <a:ea typeface="Arial" charset="0"/>
                <a:cs typeface="Arial" charset="0"/>
                <a:sym typeface="Cabin"/>
              </a:rPr>
              <a:t>elif</a:t>
            </a:r>
            <a:endParaRPr lang="en-US" sz="3600" u="none" strike="noStrike" cap="none" dirty="0">
              <a:solidFill>
                <a:srgbClr val="00FF00"/>
              </a:solidFill>
              <a:latin typeface="Arial" charset="0"/>
              <a:ea typeface="Arial" charset="0"/>
              <a:cs typeface="Arial" charset="0"/>
              <a:sym typeface="Cabin"/>
            </a:endParaRPr>
          </a:p>
          <a:p>
            <a:pPr marL="685800" marR="0" lvl="0" indent="-437896" algn="l" rtl="0">
              <a:lnSpc>
                <a:spcPct val="80000"/>
              </a:lnSpc>
              <a:spcBef>
                <a:spcPts val="3500"/>
              </a:spcBef>
              <a:spcAft>
                <a:spcPts val="0"/>
              </a:spcAft>
              <a:buClr>
                <a:schemeClr val="lt1"/>
              </a:buClr>
              <a:buSzPct val="100000"/>
              <a:buFont typeface="Cabin"/>
              <a:buChar char="•"/>
            </a:pPr>
            <a:r>
              <a:rPr lang="en-US" sz="3600" dirty="0">
                <a:solidFill>
                  <a:srgbClr val="00FF00"/>
                </a:solidFill>
                <a:latin typeface="Arial" charset="0"/>
                <a:ea typeface="Arial" charset="0"/>
                <a:cs typeface="Arial" charset="0"/>
                <a:sym typeface="Cabin"/>
              </a:rPr>
              <a:t>t</a:t>
            </a:r>
            <a:r>
              <a:rPr lang="en-US" sz="3600" u="none" strike="noStrike" cap="none" dirty="0">
                <a:solidFill>
                  <a:srgbClr val="00FF00"/>
                </a:solidFill>
                <a:latin typeface="Arial" charset="0"/>
                <a:ea typeface="Arial" charset="0"/>
                <a:cs typeface="Arial" charset="0"/>
                <a:sym typeface="Cabin"/>
              </a:rPr>
              <a:t>ry</a:t>
            </a:r>
            <a:r>
              <a:rPr lang="en-US" sz="3600" u="none" strike="noStrike" cap="none" dirty="0">
                <a:solidFill>
                  <a:schemeClr val="lt1"/>
                </a:solidFill>
                <a:latin typeface="Arial" charset="0"/>
                <a:ea typeface="Arial" charset="0"/>
                <a:cs typeface="Arial" charset="0"/>
                <a:sym typeface="Cabin"/>
              </a:rPr>
              <a:t> / </a:t>
            </a:r>
            <a:r>
              <a:rPr lang="en-US" sz="3600" dirty="0">
                <a:solidFill>
                  <a:srgbClr val="FF9900"/>
                </a:solidFill>
                <a:latin typeface="Arial" charset="0"/>
                <a:ea typeface="Arial" charset="0"/>
                <a:cs typeface="Arial" charset="0"/>
                <a:sym typeface="Cabin"/>
              </a:rPr>
              <a:t>e</a:t>
            </a:r>
            <a:r>
              <a:rPr lang="en-US" sz="3600" u="none" strike="noStrike" cap="none" dirty="0">
                <a:solidFill>
                  <a:srgbClr val="FF9900"/>
                </a:solidFill>
                <a:latin typeface="Arial" charset="0"/>
                <a:ea typeface="Arial" charset="0"/>
                <a:cs typeface="Arial" charset="0"/>
                <a:sym typeface="Cabin"/>
              </a:rPr>
              <a:t>xcept</a:t>
            </a:r>
            <a:r>
              <a:rPr lang="en-US" sz="3600" u="none" strike="noStrike" cap="none" dirty="0">
                <a:solidFill>
                  <a:schemeClr val="lt1"/>
                </a:solidFill>
                <a:latin typeface="Arial" charset="0"/>
                <a:ea typeface="Arial" charset="0"/>
                <a:cs typeface="Arial" charset="0"/>
                <a:sym typeface="Cabin"/>
              </a:rPr>
              <a:t> to compensate for errors</a:t>
            </a:r>
          </a:p>
        </p:txBody>
      </p:sp>
    </p:spTree>
    <p:extLst>
      <p:ext uri="{BB962C8B-B14F-4D97-AF65-F5344CB8AC3E}">
        <p14:creationId xmlns:p14="http://schemas.microsoft.com/office/powerpoint/2010/main" val="128250985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687"/>
        <p:cNvGrpSpPr/>
        <p:nvPr/>
      </p:nvGrpSpPr>
      <p:grpSpPr>
        <a:xfrm>
          <a:off x="0" y="0"/>
          <a:ext cx="0" cy="0"/>
          <a:chOff x="0" y="0"/>
          <a:chExt cx="0" cy="0"/>
        </a:xfrm>
      </p:grpSpPr>
      <p:sp>
        <p:nvSpPr>
          <p:cNvPr id="688" name="Shape 688"/>
          <p:cNvSpPr txBox="1">
            <a:spLocks noGrp="1"/>
          </p:cNvSpPr>
          <p:nvPr>
            <p:ph type="title"/>
          </p:nvPr>
        </p:nvSpPr>
        <p:spPr>
          <a:xfrm>
            <a:off x="1443567" y="660921"/>
            <a:ext cx="13258800" cy="1794312"/>
          </a:xfrm>
          <a:prstGeom prst="rect">
            <a:avLst/>
          </a:prstGeom>
          <a:noFill/>
          <a:ln>
            <a:noFill/>
          </a:ln>
        </p:spPr>
        <p:txBody>
          <a:bodyPr lIns="38100" tIns="38100" rIns="38100" bIns="38100" anchor="ctr" anchorCtr="0">
            <a:noAutofit/>
          </a:bodyPr>
          <a:lstStyle/>
          <a:p>
            <a:pPr marL="0" marR="0" lvl="0" indent="0" algn="ctr" rtl="0">
              <a:lnSpc>
                <a:spcPct val="100000"/>
              </a:lnSpc>
              <a:spcBef>
                <a:spcPts val="0"/>
              </a:spcBef>
              <a:spcAft>
                <a:spcPts val="0"/>
              </a:spcAft>
              <a:buClr>
                <a:srgbClr val="FF7F00"/>
              </a:buClr>
              <a:buSzPct val="25000"/>
              <a:buFont typeface="Cabin"/>
              <a:buNone/>
            </a:pPr>
            <a:r>
              <a:rPr lang="en-US" sz="7600" u="none" strike="noStrike" cap="none" dirty="0">
                <a:solidFill>
                  <a:srgbClr val="FFD966"/>
                </a:solidFill>
                <a:latin typeface="Arial" charset="0"/>
                <a:ea typeface="Arial" charset="0"/>
                <a:cs typeface="Arial" charset="0"/>
                <a:sym typeface="Cabin"/>
              </a:rPr>
              <a:t>That’s It!</a:t>
            </a:r>
          </a:p>
        </p:txBody>
      </p:sp>
      <p:sp>
        <p:nvSpPr>
          <p:cNvPr id="2" name="TextBox 1">
            <a:extLst>
              <a:ext uri="{FF2B5EF4-FFF2-40B4-BE49-F238E27FC236}">
                <a16:creationId xmlns:a16="http://schemas.microsoft.com/office/drawing/2014/main" id="{B2213C61-C582-A843-BAE2-F1FC67B549A6}"/>
              </a:ext>
            </a:extLst>
          </p:cNvPr>
          <p:cNvSpPr txBox="1"/>
          <p:nvPr/>
        </p:nvSpPr>
        <p:spPr>
          <a:xfrm>
            <a:off x="2350759" y="4639734"/>
            <a:ext cx="10868681" cy="553998"/>
          </a:xfrm>
          <a:prstGeom prst="rect">
            <a:avLst/>
          </a:prstGeom>
          <a:noFill/>
        </p:spPr>
        <p:txBody>
          <a:bodyPr wrap="none" rtlCol="0">
            <a:spAutoFit/>
          </a:bodyPr>
          <a:lstStyle/>
          <a:p>
            <a:r>
              <a:rPr lang="en-US" sz="3000" dirty="0">
                <a:solidFill>
                  <a:schemeClr val="bg1"/>
                </a:solidFill>
              </a:rPr>
              <a:t>Take a look at your homework and submit before next class. </a:t>
            </a:r>
            <a:r>
              <a:rPr lang="en-US" sz="3000" dirty="0">
                <a:solidFill>
                  <a:schemeClr val="bg1"/>
                </a:solidFill>
                <a:sym typeface="Wingdings" pitchFamily="2" charset="2"/>
              </a:rPr>
              <a:t></a:t>
            </a:r>
            <a:endParaRPr lang="en-US" sz="3000" dirty="0">
              <a:solidFill>
                <a:schemeClr val="bg1"/>
              </a:solidFill>
            </a:endParaRPr>
          </a:p>
        </p:txBody>
      </p:sp>
    </p:spTree>
    <p:extLst>
      <p:ext uri="{BB962C8B-B14F-4D97-AF65-F5344CB8AC3E}">
        <p14:creationId xmlns:p14="http://schemas.microsoft.com/office/powerpoint/2010/main" val="1064901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Shape 548"/>
          <p:cNvSpPr txBox="1">
            <a:spLocks noGrp="1"/>
          </p:cNvSpPr>
          <p:nvPr>
            <p:ph type="title"/>
          </p:nvPr>
        </p:nvSpPr>
        <p:spPr>
          <a:prstGeom prst="rect">
            <a:avLst/>
          </a:prstGeom>
        </p:spPr>
        <p:txBody>
          <a:bodyPr lIns="91425" tIns="91425" rIns="91425" bIns="91425" anchor="ctr" anchorCtr="0">
            <a:noAutofit/>
          </a:bodyPr>
          <a:lstStyle/>
          <a:p>
            <a:pPr lvl="0" rtl="0">
              <a:spcBef>
                <a:spcPts val="0"/>
              </a:spcBef>
              <a:buNone/>
            </a:pPr>
            <a:r>
              <a:rPr lang="en-US" sz="3600" dirty="0">
                <a:solidFill>
                  <a:srgbClr val="FFFF00"/>
                </a:solidFill>
              </a:rPr>
              <a:t>Acknowledgements / Contributions</a:t>
            </a:r>
          </a:p>
        </p:txBody>
      </p:sp>
      <p:sp>
        <p:nvSpPr>
          <p:cNvPr id="549" name="Shape 549"/>
          <p:cNvSpPr txBox="1"/>
          <p:nvPr/>
        </p:nvSpPr>
        <p:spPr>
          <a:xfrm>
            <a:off x="1155700" y="2171403"/>
            <a:ext cx="6797699" cy="5943897"/>
          </a:xfrm>
          <a:prstGeom prst="rect">
            <a:avLst/>
          </a:prstGeom>
          <a:noFill/>
          <a:ln>
            <a:noFill/>
          </a:ln>
        </p:spPr>
        <p:txBody>
          <a:bodyPr lIns="91425" tIns="91425" rIns="91425" bIns="91425" anchor="t" anchorCtr="0">
            <a:noAutofit/>
          </a:bodyPr>
          <a:lstStyle/>
          <a:p>
            <a:pPr lvl="0" rtl="0">
              <a:spcBef>
                <a:spcPts val="0"/>
              </a:spcBef>
              <a:buNone/>
            </a:pPr>
            <a:r>
              <a:rPr lang="en-US" sz="1800" dirty="0">
                <a:solidFill>
                  <a:srgbClr val="FFFFFF"/>
                </a:solidFill>
              </a:rPr>
              <a:t>These slides are Copyright 2010-  Charles R. Severance (</a:t>
            </a:r>
            <a:r>
              <a:rPr lang="en-US" sz="1800" u="sng" dirty="0">
                <a:solidFill>
                  <a:srgbClr val="FFFF00"/>
                </a:solidFill>
                <a:hlinkClick r:id="rId3"/>
              </a:rPr>
              <a:t>www.dr-chuck.com</a:t>
            </a:r>
            <a:r>
              <a:rPr lang="en-US" sz="1800" dirty="0">
                <a:solidFill>
                  <a:srgbClr val="FFFFFF"/>
                </a:solidFill>
              </a:rPr>
              <a:t>) of the University of Michigan School of Information and made available under a Creative Commons Attribution 4.0 License.  Please maintain this last slide in all copies of the document to comply with the attribution requirements of the license.  If you make a change, feel free to add your name and organization to the list of contributors on this page as you republish the materials.</a:t>
            </a:r>
          </a:p>
          <a:p>
            <a:pPr lvl="0" rtl="0">
              <a:spcBef>
                <a:spcPts val="0"/>
              </a:spcBef>
              <a:buNone/>
            </a:pPr>
            <a:endParaRPr sz="1800" dirty="0">
              <a:solidFill>
                <a:srgbClr val="FFFFFF"/>
              </a:solidFill>
            </a:endParaRPr>
          </a:p>
          <a:p>
            <a:pPr lvl="0" rtl="0">
              <a:spcBef>
                <a:spcPts val="0"/>
              </a:spcBef>
              <a:buNone/>
            </a:pPr>
            <a:r>
              <a:rPr lang="en-US" sz="1800" dirty="0">
                <a:solidFill>
                  <a:srgbClr val="FFFFFF"/>
                </a:solidFill>
              </a:rPr>
              <a:t>Initial Development: Charles Severance, University of Michigan School of Information</a:t>
            </a:r>
          </a:p>
          <a:p>
            <a:pPr lvl="0" rtl="0">
              <a:spcBef>
                <a:spcPts val="0"/>
              </a:spcBef>
              <a:buNone/>
            </a:pPr>
            <a:endParaRPr sz="1800" dirty="0">
              <a:solidFill>
                <a:srgbClr val="FFFFFF"/>
              </a:solidFill>
            </a:endParaRPr>
          </a:p>
          <a:p>
            <a:pPr lvl="0" rtl="0">
              <a:spcBef>
                <a:spcPts val="0"/>
              </a:spcBef>
              <a:buNone/>
            </a:pPr>
            <a:r>
              <a:rPr lang="en-US" sz="1800" dirty="0">
                <a:solidFill>
                  <a:srgbClr val="FFFFFF"/>
                </a:solidFill>
              </a:rPr>
              <a:t>Slides condensed into an 8 deck series aimed at younger learners in China by Jeremy Pedersen.</a:t>
            </a:r>
            <a:endParaRPr sz="1800" dirty="0">
              <a:solidFill>
                <a:srgbClr val="FFFFFF"/>
              </a:solidFill>
            </a:endParaRPr>
          </a:p>
        </p:txBody>
      </p:sp>
      <p:pic>
        <p:nvPicPr>
          <p:cNvPr id="551" name="Shape 551"/>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3897687" y="1170103"/>
            <a:ext cx="1968599" cy="668400"/>
          </a:xfrm>
          <a:prstGeom prst="rect">
            <a:avLst/>
          </a:prstGeom>
          <a:noFill/>
          <a:ln>
            <a:noFill/>
          </a:ln>
        </p:spPr>
      </p:pic>
    </p:spTree>
    <p:extLst>
      <p:ext uri="{BB962C8B-B14F-4D97-AF65-F5344CB8AC3E}">
        <p14:creationId xmlns:p14="http://schemas.microsoft.com/office/powerpoint/2010/main" val="427919933"/>
      </p:ext>
    </p:extLst>
  </p:cSld>
  <p:clrMapOvr>
    <a:masterClrMapping/>
  </p:clrMapOvr>
</p:sld>
</file>

<file path=ppt/theme/theme1.xml><?xml version="1.0" encoding="utf-8"?>
<a:theme xmlns:a="http://schemas.openxmlformats.org/drawingml/2006/main" name="Title &amp; Subtitle">
  <a:themeElements>
    <a:clrScheme name="">
      <a:dk1>
        <a:srgbClr val="808080"/>
      </a:dk1>
      <a:lt1>
        <a:srgbClr val="FFFFFF"/>
      </a:lt1>
      <a:dk2>
        <a:srgbClr val="000000"/>
      </a:dk2>
      <a:lt2>
        <a:srgbClr val="000000"/>
      </a:lt2>
      <a:accent1>
        <a:srgbClr val="BBE0E3"/>
      </a:accent1>
      <a:accent2>
        <a:srgbClr val="333399"/>
      </a:accent2>
      <a:accent3>
        <a:srgbClr val="AAAAAA"/>
      </a:accent3>
      <a:accent4>
        <a:srgbClr val="DADADA"/>
      </a:accent4>
      <a:accent5>
        <a:srgbClr val="DAEDEF"/>
      </a:accent5>
      <a:accent6>
        <a:srgbClr val="2D2D8A"/>
      </a:accent6>
      <a:hlink>
        <a:srgbClr val="009999"/>
      </a:hlink>
      <a:folHlink>
        <a:srgbClr val="99CC0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1385</TotalTime>
  <Words>3085</Words>
  <Application>Microsoft Macintosh PowerPoint</Application>
  <PresentationFormat>Custom</PresentationFormat>
  <Paragraphs>595</Paragraphs>
  <Slides>56</Slides>
  <Notes>49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56</vt:i4>
      </vt:variant>
    </vt:vector>
  </HeadingPairs>
  <TitlesOfParts>
    <vt:vector size="64" baseType="lpstr">
      <vt:lpstr>Cabin</vt:lpstr>
      <vt:lpstr>ヒラギノ角ゴ ProN W3</vt:lpstr>
      <vt:lpstr>Arial</vt:lpstr>
      <vt:lpstr>Courier</vt:lpstr>
      <vt:lpstr>Courier New</vt:lpstr>
      <vt:lpstr>Gill Sans</vt:lpstr>
      <vt:lpstr>Wingdings</vt:lpstr>
      <vt:lpstr>Title &amp; Subtitle</vt:lpstr>
      <vt:lpstr>Constants, Variables, and Conditionals</vt:lpstr>
      <vt:lpstr>Constants</vt:lpstr>
      <vt:lpstr>Variables</vt:lpstr>
      <vt:lpstr>Variables</vt:lpstr>
      <vt:lpstr>Code Break!</vt:lpstr>
      <vt:lpstr>Python Variable Name Rules</vt:lpstr>
      <vt:lpstr>Mnemonic Variable Names</vt:lpstr>
      <vt:lpstr>PowerPoint Presentation</vt:lpstr>
      <vt:lpstr>PowerPoint Presentation</vt:lpstr>
      <vt:lpstr>PowerPoint Presentation</vt:lpstr>
      <vt:lpstr>Assignment Statements</vt:lpstr>
      <vt:lpstr>Expressions…</vt:lpstr>
      <vt:lpstr>Numeric Expressions</vt:lpstr>
      <vt:lpstr>Numeric Expressions</vt:lpstr>
      <vt:lpstr>Order of Evaluation</vt:lpstr>
      <vt:lpstr>Operator Precedence Rules</vt:lpstr>
      <vt:lpstr>PowerPoint Presentation</vt:lpstr>
      <vt:lpstr>PowerPoint Presentation</vt:lpstr>
      <vt:lpstr>PowerPoint Presentation</vt:lpstr>
      <vt:lpstr>Variable Types…</vt:lpstr>
      <vt:lpstr>What Does “Type” Mean?</vt:lpstr>
      <vt:lpstr>Try It Yourself</vt:lpstr>
      <vt:lpstr>Type Conversions</vt:lpstr>
      <vt:lpstr>Variable Types…</vt:lpstr>
      <vt:lpstr>Asking Questions…</vt:lpstr>
      <vt:lpstr>Converting User Input</vt:lpstr>
      <vt:lpstr>Now You Try</vt:lpstr>
      <vt:lpstr>Comments…</vt:lpstr>
      <vt:lpstr>Comments in Python</vt:lpstr>
      <vt:lpstr>What if our program breaks?</vt:lpstr>
      <vt:lpstr>Handling errors</vt:lpstr>
      <vt:lpstr>Now You Try</vt:lpstr>
      <vt:lpstr>My Favorite Part…Conditionals!</vt:lpstr>
      <vt:lpstr>Conditional Steps</vt:lpstr>
      <vt:lpstr>Comparison Operators</vt:lpstr>
      <vt:lpstr>Comparison Operators</vt:lpstr>
      <vt:lpstr>One-Way Decisions</vt:lpstr>
      <vt:lpstr>Indentation</vt:lpstr>
      <vt:lpstr>PowerPoint Presentation</vt:lpstr>
      <vt:lpstr>Code Break!</vt:lpstr>
      <vt:lpstr>PowerPoint Presentation</vt:lpstr>
      <vt:lpstr>Two-way Decisions</vt:lpstr>
      <vt:lpstr>Two-way Decisions with else:</vt:lpstr>
      <vt:lpstr>Visualize Blocks</vt:lpstr>
      <vt:lpstr>More Conditional Structures…</vt:lpstr>
      <vt:lpstr>Multi-way</vt:lpstr>
      <vt:lpstr>Multi-way</vt:lpstr>
      <vt:lpstr>Multi-way</vt:lpstr>
      <vt:lpstr>Multi-way</vt:lpstr>
      <vt:lpstr>Multi-way</vt:lpstr>
      <vt:lpstr>Multi-way Puzzles</vt:lpstr>
      <vt:lpstr>Code Break!</vt:lpstr>
      <vt:lpstr>Code Break!</vt:lpstr>
      <vt:lpstr>Summary</vt:lpstr>
      <vt:lpstr>That’s It!</vt:lpstr>
      <vt:lpstr>Acknowledgements / Contributions</vt:lpstr>
    </vt:vector>
  </TitlesOfParts>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Variables, Expressions, and Statements</dc:title>
  <cp:lastModifiedBy>Microsoft Office User</cp:lastModifiedBy>
  <cp:revision>162</cp:revision>
  <cp:lastPrinted>2018-11-24T04:50:05Z</cp:lastPrinted>
  <dcterms:modified xsi:type="dcterms:W3CDTF">2018-12-01T05:10:42Z</dcterms:modified>
</cp:coreProperties>
</file>