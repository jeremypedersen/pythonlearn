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t>Lesson 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0" cy="1270001"/>
            <a:chOff x="0" y="0"/>
            <a:chExt cx="2768599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43551"/>
              <a:ext cx="1957697" cy="3828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t>if x&lt;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1839</Words>
  <Application>Microsoft Macintosh PowerPoint</Application>
  <PresentationFormat>Custom</PresentationFormat>
  <Paragraphs>306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11</cp:revision>
  <dcterms:modified xsi:type="dcterms:W3CDTF">2018-11-21T01:01:11Z</dcterms:modified>
</cp:coreProperties>
</file>